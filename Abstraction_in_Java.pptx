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95" r:id="rId7"/>
    <p:sldId id="29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96" r:id="rId28"/>
    <p:sldId id="280" r:id="rId29"/>
    <p:sldId id="281" r:id="rId30"/>
    <p:sldId id="282" r:id="rId31"/>
    <p:sldId id="283" r:id="rId32"/>
    <p:sldId id="284" r:id="rId33"/>
    <p:sldId id="297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8279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25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840480" cy="384048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WEEKS 3–4  ·  CONDENSED EDITION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 in Java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 &amp; Interfaces — Design Principles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945843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19458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keyword &amp; rules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32227" y="2697480"/>
            <a:ext cx="1795882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32227" y="2697480"/>
            <a:ext cx="1795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implementation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74413" y="2697480"/>
            <a:ext cx="1345997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4413" y="2697480"/>
            <a:ext cx="13459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design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6714" y="2697480"/>
            <a:ext cx="1570939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6714" y="2697480"/>
            <a:ext cx="15709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interfaces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118104"/>
            <a:ext cx="2620670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18104"/>
            <a:ext cx="2620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&amp; static methods (Java 8)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07054" y="3118104"/>
            <a:ext cx="2170786" cy="329184"/>
          </a:xfrm>
          <a:prstGeom prst="roundRect">
            <a:avLst>
              <a:gd name="adj" fmla="val 50000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7054" y="3118104"/>
            <a:ext cx="21707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vs interface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7863840" cy="0"/>
          </a:xfrm>
          <a:prstGeom prst="line">
            <a:avLst/>
          </a:prstGeom>
          <a:noFill/>
          <a:ln w="12700">
            <a:solidFill>
              <a:srgbClr val="3C5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159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Arun Singh Yadav  ·  Dept. of Computer Engineering &amp; Applications, GLA University, Mathura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46085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/ B.Tech — Object-Oriented Programming with Java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47218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538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What Is Abstraction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81965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10912" y="147218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2" name="Text 10"/>
          <p:cNvSpPr/>
          <p:nvPr/>
        </p:nvSpPr>
        <p:spPr>
          <a:xfrm>
            <a:off x="5010912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13248" y="14538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 Keyword — Rules &amp; Syntax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181965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229514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2768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 — Partial Implementation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264261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14884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10912" y="229514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22" name="Text 20"/>
          <p:cNvSpPr/>
          <p:nvPr/>
        </p:nvSpPr>
        <p:spPr>
          <a:xfrm>
            <a:off x="5010912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13248" y="22768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— Declaration &amp; Implementation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0912" y="264261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" y="31181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30998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Interface Implementation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" y="346557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297180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10912" y="31181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32" name="Text 30"/>
          <p:cNvSpPr/>
          <p:nvPr/>
        </p:nvSpPr>
        <p:spPr>
          <a:xfrm>
            <a:off x="5010912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13248" y="30998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&amp; Static Methods (Java 8)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10912" y="346557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" y="394106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24128" y="39227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vs Interface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" y="428853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46320" y="3794760"/>
            <a:ext cx="41148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10912" y="394106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42" name="Text 40"/>
          <p:cNvSpPr/>
          <p:nvPr/>
        </p:nvSpPr>
        <p:spPr>
          <a:xfrm>
            <a:off x="5010912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13248" y="39227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Example, Q&amp;A &amp; Takeaways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10912" y="4288536"/>
            <a:ext cx="378561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RECAP &amp; ABSTRACTION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 of OOP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97864" y="1828800"/>
            <a:ext cx="512064" cy="5120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1197864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24688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" y="285292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and methods, restricting direct access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15184" y="155448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1828800"/>
            <a:ext cx="512064" cy="5120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24912" y="24688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61488" y="285292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properties &amp; behavior from a parent class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73168" y="155448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13832" y="1828800"/>
            <a:ext cx="512064" cy="5120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5513832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82896" y="24688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9472" y="285292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interface, many forms — overloading &amp; overriding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31152" y="155448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DF1E3"/>
          </a:solidFill>
          <a:ln w="19050">
            <a:solidFill>
              <a:srgbClr val="C2660B"/>
            </a:solidFill>
            <a:prstDash val="solid"/>
          </a:ln>
          <a:effectLst>
            <a:outerShdw blurRad="762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71816" y="1828800"/>
            <a:ext cx="512064" cy="51206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23" name="Text 21"/>
          <p:cNvSpPr/>
          <p:nvPr/>
        </p:nvSpPr>
        <p:spPr>
          <a:xfrm>
            <a:off x="7671816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24688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77456" y="285292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implementation, exposing only the essentials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39712" y="427939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TODAY'S FOCUS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RECAP &amp; ABSTRACTION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Abstraction?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417320"/>
            <a:ext cx="7790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is the process of hiding internal implementation details and exposing only the essential features and behavior of an object to the outside world.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“WHAT” an object does, not “HOW” it does it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programming complexity for the user of a class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in Java using abstract classes and interfaces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2542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83464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change internals without breaking callers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the contract from the implementation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clean frameworks, libraries &amp; APIs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RECAP &amp; ABSTRACTION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Driving a Car — Abstraction in Real Life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DRIVER SEES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19659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wheel — to turn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&amp; brake pedals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 lever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Ignition button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HIDDEN (IMPLEMENTATION)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74336" y="19659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injection &amp; combustion cycle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gear ratios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control unit (ECU) logic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Braking hydraulics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3959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the interface (pedals, wheel) without knowing the implementation (engine internals) — exactly how abstract classes &amp; interfaces work in Java.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E5813DB-3B03-EF22-832E-42A01CC02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30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778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18432B-FF80-BEAA-2723-5307D0CD1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2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RECAP &amp; ABSTRACTION BASICS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Achieve Abstraction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Class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76656" y="2103120"/>
            <a:ext cx="349300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the abstract keyword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mix abstract &amp; concrete methods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0–100% abstraction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extends only ONE abstract class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closely related classes sharing code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74336" y="2103120"/>
            <a:ext cx="349300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the interface keyword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Traditionally fully abstract (pre-Java 8)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8+: default &amp; static methods allowed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can implement MANY interfaces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unrelated classes sharing a capability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OF 06  ·  ABSTRACT CLASSES &amp; INTERFACES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KEYWORD &amp; RULES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abstract Keyword &amp; Rules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marks a class or method as incomplete — meant to be finished by a subclass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class cannot be instantiated directly; it only exists to be extended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method has a signature but no body — it ends with a semicolon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THE ABSTRACT KEYWORD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Declaring an Abstract Class &amp; Method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2286000"/>
          </a:xfrm>
          <a:prstGeom prst="roundRect">
            <a:avLst>
              <a:gd name="adj" fmla="val 2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37856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3447288" cy="208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Animal {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" y="2119122"/>
            <a:ext cx="292608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119122"/>
            <a:ext cx="3447288" cy="208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" y="2327148"/>
            <a:ext cx="292608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2327148"/>
            <a:ext cx="3447288" cy="208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makeSound();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" y="2535174"/>
            <a:ext cx="292608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2535174"/>
            <a:ext cx="3447288" cy="208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1792" y="2743200"/>
            <a:ext cx="292608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2588375"/>
            <a:ext cx="3447288" cy="208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sleep() {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" y="2951226"/>
            <a:ext cx="292608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2951226"/>
            <a:ext cx="3447288" cy="208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dirty="0" err="1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</a:t>
            </a: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"Sleeping..."</a:t>
            </a: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" y="3159252"/>
            <a:ext cx="292608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3159252"/>
            <a:ext cx="3447288" cy="208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" y="3367278"/>
            <a:ext cx="292608" cy="208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" y="3367278"/>
            <a:ext cx="3447288" cy="208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4632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SYNTAX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17373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before class makes the whole class abstract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makeSound() has no body — ends with a semicolon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sleep() has a full body — it's a normal method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MUST override makeSound()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EFF5FC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a method has no body, it MUST be declared abstract (or be part of an interface).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THE ABSTRACT KEYWORD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Abstract Classes &amp; Methods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instantiated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Animal() is a compile-time error, even with a constructor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have constructors &amp; fields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when a subclass calls super(...) during construction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 abstract method ⇒ class is abstract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 class owns one abstract method, it must be declared abstract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method body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Declaration ends directly with a semicolon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private, static, or final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of these would block the overriding abstraction requires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THE ABSTRACT KEYWORD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&amp; Don'ts — Abstract Keyword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the class abstract the moment it owns one abstract method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abstract class a constructor to initialise shared fields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every abstract method in the first concrete subclass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write new Shape() — abstract classes can't be instantiated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add a body { } to an abstract method — only a semicolon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mark an abstract method static, final, or private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THE ABSTRACT KEYWORD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Example — Polymorphic Reference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000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051812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051812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192528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192528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Shape(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name = n; 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333244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333244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area();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473960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473960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display() {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2614676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614676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System.out.println(name +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2755392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2755392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area = "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area());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2896108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2896108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3036824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036824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3177540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177540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Circle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 {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3318256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318256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radius;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3458972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3458972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Circle(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r) {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" y="3599688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3599688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"Circle"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radius = r;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" y="3740404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3740404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3881120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" y="3881120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area() {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" y="4021836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120" y="4021836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Math.PI * radius * radius;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" y="4162552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0120" y="4162552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" y="4303268"/>
            <a:ext cx="292608" cy="140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0120" y="4303268"/>
            <a:ext cx="4361688" cy="1407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23560" y="1417320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788152" y="1527048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788152" y="1819656"/>
            <a:ext cx="27340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88152" y="19110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26480" y="1911096"/>
            <a:ext cx="23957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 area = 78.5398...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23560" y="26334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23560" y="2944368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s = new Circle(5) — abstract type, concrete object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reference holds the concrete object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s.display() calls Circle's own area()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INTERVIEW PREP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Q&amp;A — Abstract Keyword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385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abstract class have a constructor?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it runs via super() when the subclass object is created, to set up shared state.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15636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5636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15361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abstract method be static?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28032" y="20574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Static methods aren't overridden polymorphically, which defeats the purpose of leaving it unimplemented.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385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create an object of an abstract class?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directly. You can only hold a reference of that type pointing to a concrete subclass object.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43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3163824"/>
            <a:ext cx="420624" cy="292608"/>
          </a:xfrm>
          <a:prstGeom prst="roundRect">
            <a:avLst>
              <a:gd name="adj" fmla="val 15625"/>
            </a:avLst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16382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31363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abstract class with zero abstract methods valid?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365760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 valid way to block instantiation while still sharing common code (Template pattern).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OF 06  ·  ABSTRACT CLASSES &amp; INTERFACES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IMPLEMENTATION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Class = Partial Implementation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behavior is implemented (shared code); some is left abstract for subclasses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logic lives once in the parent — no duplication across subclasses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classic Template Method design pattern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ABSTRACT CLASSES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Partial Implementation Matters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15184" cy="265176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7465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7282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reuse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093976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methods are written once in the parent and inherited by every subclass — no duplication.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64408" y="1600200"/>
            <a:ext cx="2615184" cy="265176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7465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31336" y="17282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contract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093976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methods force every subclass to supply its own specific behavior — nothing is forgotten.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71616" y="1600200"/>
            <a:ext cx="2615184" cy="265176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17465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746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38544" y="17282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2093976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 flexibility of polymorphism with the efficiency of shared implementation.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3D397E61-5358-BDA9-646C-D838612E5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ABSTRACT CLASSES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Example — Template Method Pattern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PaymentProcessor.java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PaymentProcessor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2060089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060089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process(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amt) {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2209083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209083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validate(amt);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358076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358076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charge(amt);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507070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507070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"Receipt sent."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2656063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2656063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2805056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0120" y="2805056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validate(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amt) {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2954050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2954050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(amt &lt;= 0)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3103043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103043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IllegalArgumentException();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" y="3252037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252037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" y="3401030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0120" y="3401030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charge(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amt);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3550024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3550024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3699017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3699017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UpiPayment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PaymentProcessor {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" y="3848010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0120" y="3848010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charge(</a:t>
            </a:r>
            <a:r>
              <a:rPr lang="en-US" sz="10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amt) {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" y="3997004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120" y="3997004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0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"Charged via UPI"</a:t>
            </a: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" y="4145997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60120" y="4145997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1792" y="4294991"/>
            <a:ext cx="292608" cy="148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60120" y="4294991"/>
            <a:ext cx="4453128" cy="148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715000" y="1417320"/>
            <a:ext cx="297180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879592" y="152704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79592" y="1819656"/>
            <a:ext cx="26426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79592" y="1911096"/>
            <a:ext cx="292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217920" y="1911096"/>
            <a:ext cx="23042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Charged via UPI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879592" y="2111121"/>
            <a:ext cx="292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17920" y="2111121"/>
            <a:ext cx="23042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 sent.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715000" y="26334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715000" y="2944368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process() is concrete — fixed shared workflow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charge() is abstract — subclass-specific step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UpiPayment supplies only charge()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ABSTRACT CLASSES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With Abstract Classes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718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Fails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Shape()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error — an abstract class can never be instantiated, even with a public constructor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Forgetting to override area()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error in the first concrete subclass — every inherited abstract method MUST be implemented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abstract double area();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Illegal combination — private methods cannot be overridden, contradicting abstract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Marking class abstract unnecessarily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every method has a body, there's no design reason to forbid instantiation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OF 06  ·  ABSTRACT CLASSES &amp; INTERFACES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DECLARATION &amp; IMPLEMENTATION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Declaration &amp; Implementation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 is a pure contract — 100% abstraction with no shared state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agrees to the contract using implements, not extends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is implicitly a constant; every method is implicitly public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INTERFACES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Interface?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417320"/>
            <a:ext cx="7790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 is a reference type that defines a contract of behavior — a set of methods a class promises to implement, without dictating how.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using the interface keyword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Traditionally — only abstract methods &amp; constants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8+ — also default and static methods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9+ — also private helper methods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2450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74320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capability — “what can this object DO?”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Comparable → “can be compared”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Runnable → “can be run as a task”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INTERFACES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Fields &amp; Method Types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Drawable.java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360273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3264408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Drawable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070202"/>
            <a:ext cx="29260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070202"/>
            <a:ext cx="3264408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UNIT = </a:t>
            </a:r>
            <a:r>
              <a:rPr lang="en-US" sz="11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"px"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229307"/>
            <a:ext cx="29260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229307"/>
            <a:ext cx="3264408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implicitly public static final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388413"/>
            <a:ext cx="29260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388413"/>
            <a:ext cx="3264408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draw();   </a:t>
            </a: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public abstract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547518"/>
            <a:ext cx="29260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547518"/>
            <a:ext cx="3264408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94436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fields are implicitly public static final — they must be initialized at declaration; there is no constructor to assign them later.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23317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body — implicitly public abstract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(Java 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a body — shared default behavior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(Java 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a body — called via InterfaceName.method()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(Java 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a body — internal helper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INTERFACES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Example — Implementing a Contract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Drawable.java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Drawable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1206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2064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UNIT = </a:t>
            </a:r>
            <a:r>
              <a:rPr lang="en-US" sz="11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"px"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3301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33019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draw();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5397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53974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7492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74929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Circle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Drawable {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29588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95884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radius;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1683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16839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Circle(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r) { radius = r; 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3779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37794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draw() {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35874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58749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1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"r="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37970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79704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radius + UNIT);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40065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00659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42161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421614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15000" y="141732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879592" y="152704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79592" y="1819656"/>
            <a:ext cx="26426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79592" y="19110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1911096"/>
            <a:ext cx="2304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r=5.0px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24871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15000" y="2798064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Drawable d = new Circle(5) — interface type reference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draw() must be public — can't narrow visibility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is a shared constant on the interface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· INTERFACES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&amp; Don'ts — Interfaces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overriding methods public explicitly for readability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@Override so the compiler verifies the contract is fulfilled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independent capabilities (Runnable, Comparable) as interfaces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add a mutable instance field — only constants are allowed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reduce the access of an overriding method below public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expect or write a constructor inside an interface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OF 06  ·  ABSTRACT CLASSES &amp; INTERFACES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INTERFACE IMPLEMENTATION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Interface Implementation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blocks multiple class inheritance, but allows multiple interface inheritance safely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can implement any number of interfaces, comma-separated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grants “can-do” capabilities without the diamond problem on state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39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· MULTIPLE INTERFACES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Classes Can't, But Interfaces Can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CLASS INHERITANCE ✖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6656" y="1965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class D could extend both B and C, and both inherited greet() from A, which version does D run? The classic “Diamond Problem.”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6656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avoids this by allowing a class to extend only ONE class.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INTERFACES ✓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74336" y="1965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Java 8, interface methods carried NO implementation — only signatures. With no bodies to conflict, a class can safely implement any number of interfaces.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74336" y="2971800"/>
            <a:ext cx="3493008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38928" y="3081528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77256" y="3081528"/>
            <a:ext cx="28254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B, C {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38928" y="3272028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77256" y="3272028"/>
            <a:ext cx="28254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must implement every method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38928" y="3462528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77256" y="3462528"/>
            <a:ext cx="28254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F5C8E0-B921-AA72-EDA5-3DE5C0156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79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· MULTIPLE INTERFACES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Example — A Duck Can Fly AND Swim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Flyable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1206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2064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fly();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3301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33019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5397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53974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Swimmable {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7492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74929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swim();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29588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95884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31683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16839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Duck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Flyable, Swimmable {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33779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37794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fly()  {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" y="35874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58749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1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"Duck flies"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37970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79704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swim() {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400659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00659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1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"Duck swims"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421614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4216146"/>
            <a:ext cx="44531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15000" y="141732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879592" y="152704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79592" y="1819656"/>
            <a:ext cx="26426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79592" y="191109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1911096"/>
            <a:ext cx="2304288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 flies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79592" y="205740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2057400"/>
            <a:ext cx="2304288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 swims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15000" y="24871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IT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15000" y="2761488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879592" y="2871216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2871216"/>
            <a:ext cx="230428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 d =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Duck();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79592" y="3061716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3061716"/>
            <a:ext cx="230428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d.fly();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79592" y="3252216"/>
            <a:ext cx="29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17920" y="3252216"/>
            <a:ext cx="230428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d.swim();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 · MULTIPLE INTERFACES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Interfaces — Don't Forget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60934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5910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956816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limit to how many interfaces a single class may implement.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160934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21808" y="15910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everything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956816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abstract method from every implemented interface must be provided.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1181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30998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signatures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3465576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interfaces share an identical abstract method signature, one implementation satisfies both.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39319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311810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30998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name clashes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3465576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name clashes across interfaces must be qualified: InterfaceName.CONSTANT.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OF 06  ·  ABSTRACT CLASSES &amp; INTERFACES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&amp; STATIC METHODS (JAVA 8)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&amp; Static Interface Methods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let interfaces evolve without breaking existing implementing classes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methods carry a body and are inherited automatically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methods belong to the interface itself — called via the interface name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· JAVA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Methods — Why &amp; How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868680"/>
          </a:xfrm>
          <a:prstGeom prst="roundRect">
            <a:avLst>
              <a:gd name="adj" fmla="val 7368"/>
            </a:avLst>
          </a:prstGeom>
          <a:solidFill>
            <a:srgbClr val="EFF5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417320"/>
            <a:ext cx="7790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before Java 8, adding any method to a published interface broke every class that already implemented it.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default methods — an interface method WITH a body, inherited automatically and optionally overridable.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114800" cy="210312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2578608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Vehicle.java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871216"/>
            <a:ext cx="37856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96265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62656"/>
            <a:ext cx="3447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Vehicle {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317220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3172206"/>
            <a:ext cx="3447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start();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338175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381756"/>
            <a:ext cx="3447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honk() {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59130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591306"/>
            <a:ext cx="3447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11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"Beep!"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80085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800856"/>
            <a:ext cx="3447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4010406"/>
            <a:ext cx="2926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4010406"/>
            <a:ext cx="3447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779776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keyword goes before the return type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HAS a body, just like a normal method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classes inherit honk() automatically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it is optional, not required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· JAVA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Diamond Problem Returns — &amp; Its Fix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1417320"/>
          </a:xfrm>
          <a:prstGeom prst="roundRect">
            <a:avLst>
              <a:gd name="adj" fmla="val 4516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Car implements Vehicle, Alarm  ✖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interfaces default honk() differently — which one wins?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error: Java forces an explicit resolution.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52704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Car.java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28032" y="1819656"/>
            <a:ext cx="369417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911096"/>
            <a:ext cx="29260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66360" y="1911096"/>
            <a:ext cx="3355848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Vehicle, Alarm {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28032" y="2043684"/>
            <a:ext cx="29260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66360" y="2043684"/>
            <a:ext cx="3355848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honk() {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28032" y="2176272"/>
            <a:ext cx="29260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66360" y="2176272"/>
            <a:ext cx="3355848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Vehicle.</a:t>
            </a:r>
            <a:r>
              <a:rPr lang="en-US" sz="95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.honk();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28032" y="2308860"/>
            <a:ext cx="29260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66360" y="2308860"/>
            <a:ext cx="3355848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r>
              <a:rPr lang="en-US" sz="95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"Custom!"</a:t>
            </a: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28032" y="2441448"/>
            <a:ext cx="29260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66360" y="2441448"/>
            <a:ext cx="3355848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28032" y="2574036"/>
            <a:ext cx="29260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66360" y="2574036"/>
            <a:ext cx="3355848" cy="132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2615184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320954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24128" y="319125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override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" y="3557016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is REQUIRED to provide its own honk() once a conflict exists.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64408" y="3063240"/>
            <a:ext cx="2615184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320954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31336" y="319125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InterfaceName.super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29000" y="3557016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explicitly call a specific interface's default implementation.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71616" y="3063240"/>
            <a:ext cx="2615184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36208" y="3209544"/>
            <a:ext cx="310896" cy="310896"/>
          </a:xfrm>
          <a:prstGeom prst="ellipse">
            <a:avLst/>
          </a:prstGeom>
          <a:solidFill>
            <a:srgbClr val="FDF1E3"/>
          </a:solidFill>
          <a:ln/>
        </p:spPr>
      </p:sp>
      <p:sp>
        <p:nvSpPr>
          <p:cNvPr id="35" name="Text 33"/>
          <p:cNvSpPr/>
          <p:nvPr/>
        </p:nvSpPr>
        <p:spPr>
          <a:xfrm>
            <a:off x="6236208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38544" y="319125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or replace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36208" y="3557016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parents' logic, pick one, or write something entirely new.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787991-F752-9394-FED5-866B613CA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188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· JAVA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Methods in Interfaces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MathOps.java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37856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34472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MathOps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11226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12264"/>
            <a:ext cx="34472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square(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31343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313432"/>
            <a:ext cx="34472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* n;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514600"/>
            <a:ext cx="34472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271576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715768"/>
            <a:ext cx="34472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291693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916936"/>
            <a:ext cx="34472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8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usage: MathOps.square(5);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7373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 a method body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as InterfaceName.method(), never obj.method()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inherited by implementing classes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overridden — only re-declared elsewhere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interface method belongs to the INTERFACE itself — useful for factory or validation helpers closely tied to the interface's purpose.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 · JAVA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vs Static Interface Methods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8346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 via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reference (obj.method())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name (Interface.method())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Inherited by implementing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by implementing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only hidden/redeclared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default behavior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/ factory helper methods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3383280"/>
            <a:ext cx="3291840" cy="329184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OF 06  ·  ABSTRACT CLASSES &amp; INTERFACES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3C54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83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VS INTERFACE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Class vs Interface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choose which one?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Java 8?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problem — who handles it better?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39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·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Class vs Interface — At a Glance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71246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— single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implements — multiple allowed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inheritance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type, any modifier, mutable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Implicitly public static final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invoked via super()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cannot be instantiated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methods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freely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via default/static/private (8/9)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modeled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“is-a” with shared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“can-do” capability / contract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· DESIGN GUIDELINE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Reach for Each One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EFF8F1"/>
          </a:solidFill>
          <a:ln w="12700">
            <a:solidFill>
              <a:srgbClr val="BFE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abstract class when subclasses share real state and code (“is-a” hierarchy)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interface when unrelated classes need a common capability (“can-do”)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an interface when you need multiple inheritance of type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CEFEF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74336" y="2011680"/>
            <a:ext cx="349300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an abstract class just to share a couple of constants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force unrelated classes into one hierarchy just to reuse a method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assume Java 8 default methods make abstract classes obsolete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· REAL-WORLD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Examples You Already Use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Classes in the JDK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2084832"/>
            <a:ext cx="34930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AbstractList — base for ArrayList, LinkedList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AbstractMap — base for HashMap, TreeMap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InputStream / OutputStream — I/O base classes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HttpServlet — base for web servlets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74336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in the JDK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74336" y="2084832"/>
            <a:ext cx="34930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Comparable&lt;T&gt; — “can be compared” (compareTo)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— “can be run as a task” (run)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— “can be converted to bytes”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Map, Set — Collections Framework contracts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an Abstract Class AND an Interface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52704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Dog.java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19656"/>
            <a:ext cx="479145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91109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Animal {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07995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079955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24881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248814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Animal(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name = n; 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417674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417674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eat();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2586533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586533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breathe() { /* shared */ 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2755392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755392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2924251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2924251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Trainable {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" y="309311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3093110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train();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3261970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3261970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reward() { /* treat */ 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" y="3430829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3430829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" y="3599688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599688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Dog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Animal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Trainable {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" y="3768547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3768547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Dog(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 {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(n); }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" y="393740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0120" y="393740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eat() { /* ... */ }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" y="4106266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" y="4106266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45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train() { /* ... */ }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" y="4275125"/>
            <a:ext cx="292608" cy="16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0120" y="4275125"/>
            <a:ext cx="4453128" cy="168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15000" y="1417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CLASS, TWO SOURCES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15000" y="17373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Animal → inherits eat() contract + breathe()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Trainable → adds train() + reward()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gets the best of both worlds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715000" y="3291840"/>
            <a:ext cx="29718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1E3A5F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879592" y="340156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879592" y="3694176"/>
            <a:ext cx="264261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79592" y="378561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3785616"/>
            <a:ext cx="23042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Rex is eating.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79592" y="395020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17920" y="3950208"/>
            <a:ext cx="23042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Rex is breathing.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79592" y="411480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17920" y="4114800"/>
            <a:ext cx="23042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Rex sits on command.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79592" y="42793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6C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4279392"/>
            <a:ext cx="23042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job! Treat.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Fire — Common Interview Questions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abstract class have a constructor? Why is it useful if the class can't be instantiated?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interface have instance (non-static) fields?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2523744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abstract class implement an interface without implementing all its methods?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3054096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interface fields implicitly public static final?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584448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51560" y="3584448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two implemented interfaces have a default method with the same signature?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DF1E3"/>
          </a:solidFill>
          <a:ln w="12700">
            <a:solidFill>
              <a:srgbClr val="EBD2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411480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class be both abstract and final? Why or why not?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Series  ·  Abstraction in Java — Abstract Classes &amp; Interfaces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517904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keyword marks classes/methods as incomplete &amp; non-instantiable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11096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 provide PARTIAL implementation — mix concrete &amp; abstract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59152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declare a CONTRACT — implemented via the implements keyword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07208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can implement MULTIPLE interfaces (no diamond problem, pre-Java 8)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55264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methods (Java 8) add backward-compatible behavior to interfaces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0332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methods (Java 8) are interface-level utilities, not inherited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146304" cy="146304"/>
          </a:xfrm>
          <a:prstGeom prst="ellipse">
            <a:avLst/>
          </a:prstGeom>
          <a:solidFill>
            <a:srgbClr val="C2660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51376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abstract class for shared code &amp; IS-A; interface for CAN-DO contracts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91840"/>
            <a:ext cx="3474720" cy="3474720"/>
          </a:xfrm>
          <a:prstGeom prst="ellipse">
            <a:avLst/>
          </a:prstGeom>
          <a:solidFill>
            <a:srgbClr val="1629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Abstract Classes &amp; Interfaces?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7863840" cy="0"/>
          </a:xfrm>
          <a:prstGeom prst="line">
            <a:avLst/>
          </a:prstGeom>
          <a:noFill/>
          <a:ln w="12700">
            <a:solidFill>
              <a:srgbClr val="3C54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 THE SERIES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Polymorphism Deep Dive: Method Overloading vs Overriding, Dynamic Method Dispatch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 &amp; Applications  ·  Java OOP Series  ·  prajnixlabs.in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3901</Words>
  <Application>Microsoft Macintosh PowerPoint</Application>
  <PresentationFormat>On-screen Show (16:9)</PresentationFormat>
  <Paragraphs>763</Paragraphs>
  <Slides>43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Abstraction in Java — Abstract Classes &amp; Interfaces (Condensed)</dc:title>
  <dc:subject>PptxGenJS Presentation</dc:subject>
  <dc:creator>Dr. Arun Singh Yadav</dc:creator>
  <cp:lastModifiedBy>Microsoft Office User</cp:lastModifiedBy>
  <cp:revision>4</cp:revision>
  <dcterms:created xsi:type="dcterms:W3CDTF">2026-06-21T18:42:30Z</dcterms:created>
  <dcterms:modified xsi:type="dcterms:W3CDTF">2026-06-21T20:30:04Z</dcterms:modified>
</cp:coreProperties>
</file>