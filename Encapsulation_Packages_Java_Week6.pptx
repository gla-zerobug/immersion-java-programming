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58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96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WEEK 6  ·  CONDENSED EDITION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 &amp; Packages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Modifiers  ·  Getters/Setters  ·  Inner Classes  ·  Java Modules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2245766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24912"/>
            <a:ext cx="2245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protected / public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32150" y="2724912"/>
            <a:ext cx="1420978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2150" y="2724912"/>
            <a:ext cx="1420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99432" y="2724912"/>
            <a:ext cx="971093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724912"/>
            <a:ext cx="9710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6829" y="2724912"/>
            <a:ext cx="1420978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6829" y="2724912"/>
            <a:ext cx="1420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import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45536"/>
            <a:ext cx="1495958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45536"/>
            <a:ext cx="1495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inner class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2342" y="3145536"/>
            <a:ext cx="1570939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2342" y="3145536"/>
            <a:ext cx="15709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nested class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99586" y="3145536"/>
            <a:ext cx="1271016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99586" y="3145536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class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16906" y="3145536"/>
            <a:ext cx="1345997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6906" y="3145536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module-info.java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159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 Singh Yadav  ·  Dept. of Computer Engineering &amp; Applications, GLA University, Mathura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6085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/ B.Tech — Object-Oriented Programming with Java   ·   prajnixlabs.in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7218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53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What Is Encapsulation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81965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10912" y="147218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453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Modifiers — private, default, protected, public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181965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2951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276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 — Controlled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264261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14884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22951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2" name="Text 20"/>
          <p:cNvSpPr/>
          <p:nvPr/>
        </p:nvSpPr>
        <p:spPr>
          <a:xfrm>
            <a:off x="501091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3248" y="2276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— Organising Your Code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264261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0998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Classes — Member, Static, Local, Anonymous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346557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297180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1091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30998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Modules — module-info.java (Java 9+)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10912" y="346557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" y="394106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4128" y="3922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&amp; Type Casting (Quick Recap)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" y="428853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379476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10912" y="394106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42" name="Text 40"/>
          <p:cNvSpPr/>
          <p:nvPr/>
        </p:nvSpPr>
        <p:spPr>
          <a:xfrm>
            <a:off x="5010912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13248" y="3922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Example, Q&amp;A &amp; Takeaways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10912" y="428853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ENCAPSULATION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OOP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97864" y="1828800"/>
            <a:ext cx="512064" cy="5120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197864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many forms — overloading &amp; overriding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15184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828800"/>
            <a:ext cx="512064" cy="5120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24912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61488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implementation, exposing only essentials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13832" y="1828800"/>
            <a:ext cx="512064" cy="5120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5138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82896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properties &amp; behavior from a parent class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31152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DF1E3"/>
          </a:solidFill>
          <a:ln w="19050">
            <a:solidFill>
              <a:srgbClr val="C2660B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71816" y="1828800"/>
            <a:ext cx="512064" cy="51206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23" name="Text 21"/>
          <p:cNvSpPr/>
          <p:nvPr/>
        </p:nvSpPr>
        <p:spPr>
          <a:xfrm>
            <a:off x="7671816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77456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+ methods, controlling access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39712" y="427939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TODAY'S FOCUS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ENCAPSULATION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Encapsulation?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17320"/>
            <a:ext cx="7790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is the mechanism of wrapping data (fields) and the methods that operate on that data into a single unit (class), and restricting direct access to some of that data from outside the class.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are declared private — hidden from the outside world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provided through public getter and setter methods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acts as a protective wrapper around its own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Hiding — fields not directly accessible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— caller sees what a class CAN DO, not what it stores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give full control over state changes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ENCAPSULATION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Medical Capsule — Analogy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19659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is inside — hidden from the patient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shell controls how &amp; when medicine releases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swallow it as a unit — no direct access to contents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is simple: swallow once daily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74336" y="19659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double balance — hidden field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getBalance() / deposit() — controlled interface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interact via methods, never directly with the field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controls exactly how balance changes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3959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a capsule hides its medicine behind a controlled delivery mechanism, encapsulation hides data behind a controlled method 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ENCAPSULATION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Encapsulation Matters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6093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910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95681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cannot be corrupted by outside code; validation lives in one place inside the setter.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6093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5910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95681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change the internal implementation without breaking any caller — they only see the public interface.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0998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346557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becomes independently testable because its state can only be modified through controlled entry points.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0998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346557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one class don't ripple outward; tight coupling between classes is reduced to a minimum.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OF 06  ·  ENCAPSULATION &amp; PACKAGES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Modifiers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has four access levels: private, default (package-private), protected, and public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control which code can see and use a class, field, constructor, or method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 of least privilege: grant only the minimum access needed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ACCESS MODIFIERS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Access Levels — Overview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863840" cy="26060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Package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 (no keyword)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25112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32511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prefer private for fields, protected for extension points, and public only for the deliberate API surface.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ACCESS MODIFIERS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 — All Four Modifiers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BankAccount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6940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69402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balance; 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class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2770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27707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txnFee;          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package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38601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386013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branch;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subclasses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544318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544318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accountNo;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everywhere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702624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702624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86092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860929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BankAccount(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019235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019235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.balance = b;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177540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177540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33584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335846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getBalance() {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494151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494151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balance;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65245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652457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81076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3810762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audit() {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396906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3969067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internal only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412737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4127373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" y="428567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0120" y="4285679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— private; only getters/setters touch it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txnFee — default; visible within same package only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— protected; subclasses can extend it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accountNo — public; the deliberate external ID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audit() — private helper, invisible to callers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ACCESS MODIFIERS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Class-Level vs Member-Level Rules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Top-Level Class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" y="2084832"/>
            <a:ext cx="3493008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or default (no modifier) are allowed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class name MUST match the filename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public class permitted per .java file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(nested) classes can use all four modifiers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(fields, methods, constructors)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74336" y="2084832"/>
            <a:ext cx="3493008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modifiers are valid for members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is the safest default for fields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is for designed-for-extension APIs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members form the permanent contract of the class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ACCESS MODIFIERS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Access Modifiers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fields private by default — expose only what callers genuinely need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protected only when you explicitly design a class for inheritance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top-level utility methods that must be used externally as public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make all fields public for convenience — it breaks encapsulation permanently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default access thinking it's private — it leaks to the whole package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reduce the access of an overriding method — it is a compile error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Access Modifiers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default access? How does it differ from private?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(no keyword) allows access within the same package. private restricts access to only the declaring class itself — not even same-package subclasses.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private method be overridden?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private methods are not visible to child classes. A child defining the same method creates a new, unrelated method, not an override.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restrictive modifier for a top-level class?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(package-private). public and private are the only two legal choices for top-level classes — not protected.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protected members be accessed outside a subclass?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if you are in the same package. Outside the package, only a subclass can access inherited protected members through inheritance, not through a direct reference.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OF 06  ·  ENCAPSULATION &amp; PACKAGES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Getters &amp; Setters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Java mechanism to provide controlled read/write access to private fields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read; setters write — both can contain validation, logging, or transformation logic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JavaBeans naming convention: getName() / setName(String n)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GETTERS &amp; SETTERS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Getter &amp; Setter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000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Person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06940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69402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22770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27707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38601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386013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544318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544318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702624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702624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getName() {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286092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860929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019235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019235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177540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177540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Setter with 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33584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335846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setAge(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age) {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3494151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494151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(age &lt; 0 || age &gt; 150)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365245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652457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IllegalArgumentException();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" y="381076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3810762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 = age;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" y="396906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3969067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12737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4127373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getAge() {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age; }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" y="428567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4285679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23560" y="1417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23560" y="17373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Getter: get + FieldName() for objects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getter: is + FieldName()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Setter: set + FieldName(Type val)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 of getter = field type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return type is always void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23560" y="365760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788152" y="3767328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getter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88152" y="4059936"/>
            <a:ext cx="27340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88152" y="4151376"/>
            <a:ext cx="292608" cy="6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26480" y="4151376"/>
            <a:ext cx="2395728" cy="67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active;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788152" y="4218432"/>
            <a:ext cx="292608" cy="6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26480" y="4218432"/>
            <a:ext cx="2395728" cy="67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isActive() {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788152" y="4285488"/>
            <a:ext cx="292608" cy="6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26480" y="4285488"/>
            <a:ext cx="2395728" cy="67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active; }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GETTERS &amp; SETTERS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 — BankAccount with Validation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BankAccount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37740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37740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balance;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164385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164385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owner;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291029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291029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417674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417674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getBalance() 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544318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544318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balance;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670962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670962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2797607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2797607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deposit(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 {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2924251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2924251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(amt &lt;= 0)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050896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050896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IllegalArgumentException(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177540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177540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"Deposit must be positive"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304184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304184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balance += amt;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430829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3430829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3557473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3557473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getOwner() {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3684118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3684118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owner;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" y="3810762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0120" y="3810762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1792" y="3937406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0120" y="3937406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setOwner(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o) {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1792" y="4064051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60120" y="4064051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.owner = (o !=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? o : 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"N/A"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" y="4190695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0120" y="4190695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1792" y="4317340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60120" y="4317340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715000" y="1417320"/>
            <a:ext cx="297180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879592" y="15270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79592" y="1819656"/>
            <a:ext cx="2642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9592" y="1911096"/>
            <a:ext cx="292608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217920" y="1911096"/>
            <a:ext cx="2304288" cy="130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 a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BankAccount();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879592" y="2041398"/>
            <a:ext cx="292608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217920" y="2041398"/>
            <a:ext cx="2304288" cy="130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a.setOwner(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"Arun"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879592" y="2171700"/>
            <a:ext cx="292608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217920" y="2171700"/>
            <a:ext cx="2304288" cy="130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a.deposit(1000);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879592" y="2302002"/>
            <a:ext cx="292608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217920" y="2302002"/>
            <a:ext cx="2304288" cy="130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a.balance = -5; ← compile error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715000" y="2697480"/>
            <a:ext cx="29718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field mutation possible from outside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deposit() enforces positive-only amounts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setOwner() sanitises null input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change to storage format → no API break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GETTERS &amp; SETTERS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Hiding vs Encapsulation — The Distinction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Hiding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" y="1920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(narrower concept)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2176272"/>
            <a:ext cx="34930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private to prevent direct field access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purely on restricting visibility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private double balance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but not sufficient for encapsulation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74336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74336" y="1920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(broader concept)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74336" y="2176272"/>
            <a:ext cx="34930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+ methods into one class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controlled, validated access via methods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business logic inside setters/actions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hiding + a well-designed interface together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3959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hiding is part of encapsulation — but encapsulation is more: it also defines the behavioural interface through which state changes are made.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GETTERS &amp; SETTERS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Getters &amp; Setters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 logic inside setters — the setter is the single gatekeeper for a field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defensive copies from getters for mutable objects (Lists, Dates, arrays)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JavaBeans naming convention — frameworks (Spring, Hibernate) depend on 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generate getters/setters blindly for every field — expose only what callers need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return a direct reference to a mutable internal collection from a getter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let setters silently swallow invalid data — throw or log invalid input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OF 06  ·  ENCAPSULATION &amp; PACKAGES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is a namespace that organises related classes and interfaces into a folder hierarchy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naming collisions and controls access via the default (package-private) modifier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reverse domain name — e.g. in.prajnixlabs.banking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&amp; Using a Package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434840" cy="24231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in/prajnixlabs/banking/Account.java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1056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Declaration — first line of 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061210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61210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in.prajnixlabs.banking;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211324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11324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361438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361438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Specific import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511552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511552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java.util.ArrayList;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661666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661666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2811780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811780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Wildcard import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2961894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2961894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java.util.*;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112008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112008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262122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262122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Account {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3412236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412236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 body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3562350"/>
            <a:ext cx="292608" cy="150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562350"/>
            <a:ext cx="3767328" cy="150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173736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must be the very first statement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folder path on disk exactly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import is preferred over wildcard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java.lang is imported automatically — no import needed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(*) does NOT import sub-packages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57200" y="4005072"/>
            <a:ext cx="8229600" cy="438912"/>
          </a:xfrm>
          <a:prstGeom prst="roundRect">
            <a:avLst>
              <a:gd name="adj" fmla="val 14583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05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 the same package can access each other's default (no-modifier) members — an important security boundary to manage carefully.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Java Packages You Must Know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284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java.lang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String, Math, Object, System, Thread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Auto-imported; core language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java.util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ArrayList, HashMap, Scanner, Date, Collections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structures and utilities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File, FileReader, BufferedReader, PrintWriter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file and stream I/O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java.nio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Path, Files, Channels, ByteBuffer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Non-blocking, modern I/O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URL, HttpURLConnection, Socket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Connection, Statement, ResultSet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JDBC database connectivity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Structure &amp; FQCN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29768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6301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1206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20646"/>
            <a:ext cx="36301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in/prajnixlabs/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3301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330196"/>
            <a:ext cx="36301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banking/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5397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539746"/>
            <a:ext cx="36301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Account.java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7492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749296"/>
            <a:ext cx="36301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SavingsAccount.java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9588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958846"/>
            <a:ext cx="36301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utils/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1683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168396"/>
            <a:ext cx="36301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CurrencyUtil.java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3779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377946"/>
            <a:ext cx="36301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Main.java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14173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FQCN (Fully Qualified Class Name)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83480" y="1810512"/>
            <a:ext cx="3703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48072" y="1920240"/>
            <a:ext cx="292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0" y="1920240"/>
            <a:ext cx="3035808" cy="169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import: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48072" y="2089404"/>
            <a:ext cx="292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0" y="2089404"/>
            <a:ext cx="3035808" cy="169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in.prajnixlabs.banking.Account 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48072" y="2258568"/>
            <a:ext cx="292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2258568"/>
            <a:ext cx="3035808" cy="169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in.prajnixlabs.banking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48072" y="2427732"/>
            <a:ext cx="29260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0" y="2427732"/>
            <a:ext cx="3035808" cy="169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.Account();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83480" y="28529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145536"/>
            <a:ext cx="37033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FQCN avoids import clashes (e.g. java.util.Date vs java.sql.Date)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hierarchy on disk must exactly mirror the package name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compiles to matching folder structure automatically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OF 06  ·  ENCAPSULATION &amp; PACKAGES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CLASSES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Classes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defined inside another class — four varieties: member, static nested, local, anonymous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logical grouping, tighter encapsulation, and access to outer-class private members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inner classes are the predecessor of Java 8 lambda expressions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INNER CLASSES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Types of Inner Classes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6362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45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Inner Class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91109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Non-static class inside a class body. Has full access to all outer-class members including private. Requires outer-class object to instantiate.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56362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545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Nested Class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91109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class inside a class body. NO access to outer instance members. Can be instantiated independently — like a top-level class in a namespace.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07238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0540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Inner Class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341985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declared inside a method. Visible only within that method. Can access effectively-final local variables of the enclosing method.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307238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0540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Inner Class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341985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Nameless class declared and instantiated in one expression. Implements an interface or extends a class inline. Common with Runnable, Comparator.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INNER CLASSES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Inner Class &amp; Static Nested Class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29768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Outer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5181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51812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10;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19252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192528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333244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333244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Member inner class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473960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473960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Inner 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61467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614676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show() {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75539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755392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System.out.println(x);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289610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2896108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036824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036824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177540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177540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31825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318256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 nested class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45897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458972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Nested {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59968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3599688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display() {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3740404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3740404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cannot access x here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3881120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3881120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"Nested"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" y="402183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0120" y="4021836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1792" y="416255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0120" y="4162552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1792" y="430326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60120" y="4303268"/>
            <a:ext cx="363016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92040" y="14173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1737360"/>
            <a:ext cx="379476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56632" y="1847088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94960" y="1847088"/>
            <a:ext cx="312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Member inner — needs outer obj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56632" y="2037588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2037588"/>
            <a:ext cx="312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 o =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Outer();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56632" y="2228088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94960" y="2228088"/>
            <a:ext cx="312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Outer.Inner i = o.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Inner();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56632" y="2418588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94960" y="2418588"/>
            <a:ext cx="312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56632" y="2609088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94960" y="2609088"/>
            <a:ext cx="312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 nested — no outer obj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56632" y="2799588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94960" y="2799588"/>
            <a:ext cx="31272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Outer.Nested n =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Outer.Nested();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92040" y="329184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Inner: accesses outer x (even private)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Nested: logically grouped but independent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Nested is the preferred pattern for helper classes that don't need outer state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INNER CLASSES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&amp; Anonymous Inner Classes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 inner class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060089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060089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process() {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209083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209083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 = 2;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358076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358076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Multiplier {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507070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507070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multiply(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factor; 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2656063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656063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805056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805056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Multiplier().multiply(5));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2954050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954050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3103043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103043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3252037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252037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ANONYMOUS inner class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3401030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401030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 =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Runnable() {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3550024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550024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3699017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3699017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run() {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" y="3848010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3848010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"Running!"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3997004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3997004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" y="4145997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" y="4145997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" y="4294991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" y="4294991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Thread(r).start();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15000" y="1417320"/>
            <a:ext cx="297180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879592" y="15270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equivalent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79592" y="1819656"/>
            <a:ext cx="2642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9592" y="1911096"/>
            <a:ext cx="292608" cy="6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17920" y="1911096"/>
            <a:ext cx="2304288" cy="67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8 lambda replaces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79592" y="1978152"/>
            <a:ext cx="292608" cy="6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1978152"/>
            <a:ext cx="2304288" cy="67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anonymous Runnable: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79592" y="2045208"/>
            <a:ext cx="292608" cy="6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2045208"/>
            <a:ext cx="2304288" cy="67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 = () -&gt; System.out.println(</a:t>
            </a:r>
            <a:r>
              <a:rPr lang="en-US" sz="10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"Running!"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715000" y="237744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scoped to one method, rare in modern Java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Anonymous: one-time use without naming the class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replaced by lambdas when only one method exists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INNER CLASSES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Inner Classes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static nested classes when the inner class doesn't need the outer instance — avoids memory leaks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anonymous inner classes for one-off, single-method implementations where naming adds no value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member inner classes to give a helper full access to private outer-class state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create member inner classes inside Activity/Fragment (Android) — holds a reference, causing memory leaks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nest more than two levels — readability degrades sharply and refactoring becomes painful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anonymous inner classes with multiple methods — name the class or use a proper inner class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Inner Classes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member inner class access private members of the outer class?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member inner class has full access to all members of the enclosing class, including private fields and methods. The compiler generates a synthetic accessor behind the scenes.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static nested class access instance members of the outer class?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 static nested class has no reference to an outer-class object. It can only access static members of the outer class directly.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effectively final variable?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variable that is never reassigned after initialization. Local and anonymous inner classes can only capture local variables that are effectively final (since Java 8).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anonymous inner classes relate to lambda expressions?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expression is a shorthand for an anonymous inner class that implements a functional interface (single abstract method). Lambdas are more concise and don't create a separate class file.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OF 06  ·  ENCAPSULATION &amp; PACKAGES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MODULE SYSTEM (Java 9+)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Module System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Java 9 (Project Jigsaw) — modules are named, self-describing groups of packages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explicitly declares what it exports and what it requires from other modules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encapsulation than packages: packages not exported are completely hidden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JAVA MODULES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Module System Solves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15184" cy="283464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7465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7282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Classpath Hell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093976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Java 9, the classpath was flat — any class could access any other via reflection. Modules enforce hard boundaries.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4408" y="1600200"/>
            <a:ext cx="2615184" cy="283464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7465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31336" y="17282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Footprint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093976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JDK itself is now split into modules (java.base, java.sql, etc.). You can create a minimal runtime image with only the modules you need.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71616" y="1600200"/>
            <a:ext cx="2615184" cy="283464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7465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38544" y="17282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Configuration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2093976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declare their dependencies upfront in module-info.java. Missing dependencies are caught at launch, not at runtime.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JAVA MODULES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module-info.java — Syntax &amp; Directives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module-info.java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000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in.prajnixlabs.banking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06940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69402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22770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27707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Export packages to ALL modules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38601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386013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exports in.prajnixlabs.banking.api;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544318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544318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702624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702624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Export to ONE specific module only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286092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860929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exports in.prajnixlabs.banking.internal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019235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019235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 in.prajnixlabs.audit;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177540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177540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33584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335846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Declare dependency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3494151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494151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requires java.sql;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365245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652457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requires transitive java.logging;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" y="381076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3810762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" y="396906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3969067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Allow deep reflection (e.g. for DI)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12737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4127373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opens in.prajnixlabs.banking.model;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" y="428567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4285679"/>
            <a:ext cx="436168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23560" y="1417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GLOSSARY</a:t>
            </a:r>
            <a:endParaRPr lang="en-US" sz="1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37360"/>
          <a:ext cx="3063240" cy="285292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 pkg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package public to 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 pkg to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package public to m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Declares a compile+runtime dependency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transitive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Re-exports dependency to consumers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pkg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Allows runtime reflection on package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JAVA MODULES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vs Modules — At a Glance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2841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(Java 9+)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 group of related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group of related packages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— reflection can bypass all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unexported packages are fully 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all on the flat classpath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via requires in module-info.java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Type-level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Package-level within the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9 (Project Jigsaw)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all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— backward compatible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OF 06  ·  ENCAPSULATION &amp; PACKAGES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EXAMPLE, Q&amp;A &amp; TAKEAWAYS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encapsulated BankAccount class with packages, inner class, and access modifiers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Quick-fire interview questions covering all five topics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next steps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39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Encapsulated System — BankAccount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in/prajnixlabs/banking/BankAccount.java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in.prajnixlabs.banking;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031710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031710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BankAccount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152323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152323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balance;     </a:t>
            </a:r>
            <a:r>
              <a:rPr lang="en-US" sz="9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private field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2272937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2272937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branch;    </a:t>
            </a:r>
            <a:r>
              <a:rPr lang="en-US" sz="9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subclass access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" y="2393551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2393551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2514165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2514165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BankAccount(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balance = b; 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" y="2634778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2634778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" y="2755392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2755392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getBalance() {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balance; }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2876006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" y="2876006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deposit(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 {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2996619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0120" y="2996619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(amt &lt;= 0)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" y="3117233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" y="3117233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IllegalArgumentException(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"Negative"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3237847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0120" y="3237847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balance += amt;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3358461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0120" y="3358461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" y="3479074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60120" y="3479074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" y="3599688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60120" y="3599688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 nested class — no outer obj needed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" y="3720302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60120" y="3720302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InterestCalc {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" y="3840915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60120" y="3840915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calculate(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b,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r) {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" y="3961529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60120" y="3961529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* r / 100;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1792" y="4082143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60120" y="4082143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1792" y="4202757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0120" y="4202757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1792" y="4323370"/>
            <a:ext cx="292608" cy="12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60120" y="4323370"/>
            <a:ext cx="4453128" cy="120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CONCEPTS APPLIED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declaration — organised namespace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balance — encapsulation + data hiding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branch — inheritance-ready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getters — controlled read access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deposit() — validated state change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nested InterestCalc — grouped helper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Class Types — Full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880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Inner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(incl. private)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outer object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Helper needing outer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Nested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members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/ builder / grouped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Inner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Effectively-final vars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method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Short-lived, method-scoped helper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Inner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Effectively-final vars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declaration 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interface implementation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Fire — Common Interview Questions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declare fields private if we provide public getters and setters anyway?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protected and default (package-private) access?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2523744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anonymous inner class implement multiple interfaces?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054096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don't declare a package in a Java source file?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5844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358444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exports and opens in a module-info.java?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static nested class access the private members of its outer class?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Deep Dive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private fields with public getters? Isn't that just the same?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allow validation logic and implementation changes inside the class without breaking callers. A public field can be set to any value by anyone — there is no interception point.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anonymous class implement multiple interfaces?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an anonymous class can either extend one class OR implement one interface. For multiple interfaces, you need a named class.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unnamed package?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omit a package declaration, the class belongs to the default (unnamed) package. It can only be used by other classes in the same unnamed package — imports of unnamed package classes are impossible.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vs opens in module-info?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makes a package available for compile-time and runtime use. opens allows deep reflection (e.g. by DI frameworks like Spring) on classes in the package, even if it isn't exported for compile-time use.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MCQ Practice — Verify Your Understanding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087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0976" y="14904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modifier restricts access to the declaring class only?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1746504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private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5087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48656" y="14904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default access modifier when no keyword is written?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48656" y="1746504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Package-private (default)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093976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854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0976" y="21671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inner class type needs an outer class object to instantiate?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976" y="2423160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Member inner class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093976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1854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48656" y="21671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file declares a Java 9 module and its dependencies?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48656" y="2423160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module-info.java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770632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8620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0976" y="284378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naming convention is used for a boolean getter?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0976" y="3099816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isFieldName() — e.g. isActive()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770632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8620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48656" y="284378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directive exports a package to ONE specific module only?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48656" y="3099816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exports pkg to moduleName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Encapsulation, Packages &amp; Inner Classes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17904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= private fields + public methods — keeps state changes controlled &amp; validated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11096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access modifiers: private &lt; default &lt; protected &lt; public — use least privilege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915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read, setters write — add validation; follow JavaBeans naming conventions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07208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organise classes into namespaces; same-package classes share default access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55264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inner class needs outer object; static nested class is independent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inner class = one-time interface impl; Java 8 lambdas replace single-method ones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51376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modules (module-info.java) enforce package-level encapsulation across JARs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91840"/>
            <a:ext cx="3474720" cy="347472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3591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Encapsulation, Packages, Inner Classes or Modules?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THE SERIES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Exception Handling &amp; Java 8 Features: try-catch-finally, Custom Exceptions, Lambdas, Streams &amp; Optional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&amp; Applications  ·  Java OOP Series  ·  prajnixlabs.in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4703</Words>
  <Application>Microsoft Macintosh PowerPoint</Application>
  <PresentationFormat>On-screen Show (16:9)</PresentationFormat>
  <Paragraphs>917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 &amp; Packages in Java — Condensed (Light Theme)</dc:title>
  <dc:subject>PptxGenJS Presentation</dc:subject>
  <dc:creator>Dr. Arun Singh Yadav</dc:creator>
  <cp:lastModifiedBy>Microsoft Office User</cp:lastModifiedBy>
  <cp:revision>1</cp:revision>
  <dcterms:created xsi:type="dcterms:W3CDTF">2026-06-29T02:46:37Z</dcterms:created>
  <dcterms:modified xsi:type="dcterms:W3CDTF">2026-06-29T04:43:49Z</dcterms:modified>
</cp:coreProperties>
</file>