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6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525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828800" y="7772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Operators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828800" y="2240280"/>
            <a:ext cx="5029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for BCA Students  ·  with Interview Q&amp;A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926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Unary  ·  Arithmetic  ·  Shift  ·  Bitwise  ·  Relational  ·  Logical  ·  Ternary  ·  Assignment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3429000"/>
            <a:ext cx="20116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429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+ Interview Q&amp;A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 University, Mathura  |  Java Programming (BCA)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 in This Presentation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8961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3167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++, --, ~, !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865376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65376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65376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1920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+, -, *, /, 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89504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9504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89504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29443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Operators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364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&lt;&lt;, &gt;&gt;, &gt;&gt;&gt;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913632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913632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13632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39684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OR Operators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3891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&amp;&amp;, &amp;, ||, |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841248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841248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841248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03520" y="8961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Operators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13167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==, !=, &gt;, &lt;, &gt;=, &lt;=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1865376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865376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865376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03520" y="1920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23408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&amp;&amp;, ||, !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2889504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889504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889504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303520" y="29443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03520" y="3364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=, +=, -=, *=, /=, %=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3913632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913632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913632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303520" y="39684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&amp; instanceof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03520" y="43891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 ? a : b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Operators  |  Overview &amp; ++ / -- Example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42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Operators – Quick Reference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08176"/>
          <a:ext cx="3840480" cy="185928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 Plus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stays positive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 Minus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Inverts sign of expression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Increases value by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Decreases value by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Compl.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Flips all bits: ~a = -(a+1)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NOT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Inverts boolean: !true = 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post-increment: use THEN increment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System.out.println(x++); // 10, x→11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pre-increment: increment THEN use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System.out.println(++x); // 12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post-decrement: use THEN decrement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System.out.println(x--); // 12, x→11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pre-decrement: decrement THEN use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System.out.println(--x); // 10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Operators  |  ++ and -- in Expressions (Example 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Evaluation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Expression:  a++ + ++a   (a = 10)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a++ → returns 10,  then a becomes 11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++a → a becomes 12, returns 12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Result: 10 + 12 = 22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Expression:  b++ + b++   (b = 10)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b++ → returns 10,  then b becomes 11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b++ → returns 11,  then b becomes 12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Result: 10 + 11 = 21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Post (a++): current value used FIRST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 (++a):  increment THEN use value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891333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5255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a++ returns 10, then ++a gives 12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System.out.println(a++ + ++a); //22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b++ returns 10, then b++ gives 11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System.out.println(b++ + b++); //21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549701"/>
            <a:ext cx="4617720" cy="1360627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549701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549701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824021"/>
            <a:ext cx="4389120" cy="104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Operators  |  Bitwise Complement ~ and Logical NOT 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Bitwise Complement  and  ! Logical NOT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(Bitwise Complement):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Flips ALL bits of the integer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Formula:  ~a  =  -(a + 1)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~10   = -(10+1) = -11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~(-10)= -(-10+1)=  9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(Logical NOT):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Inverts the boolean value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!true  →  false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!false →  true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~ works on int/long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! works on boolean only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   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     = -10;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boolean c = true;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boolean d = false;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System.out.println(~a); // -11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System.out.println(~b); //  9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System.out.println(!c); //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System.out.println(!d); // 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-11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—  Unary Operators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i++ and ++i?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i++ (post) returns the current value FIRST, then increments. ++i (pre) increments FIRST, then returns the new value.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 i=5; println(i++) → 5, i is now 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 i=5; println(++i) → 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71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6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formula for bitwise complement (~)?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~n = -(n + 1). This inverts all bits using two's complement.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~10 = -11   |   ~(-5) = 4   |   ~0 = -1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on int and long types.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946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46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43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43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01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++ be applied to final variables or String?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43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Applying ++ to a final variable causes a compile-time error (cannot assign to final). ++ only works on numeric primitives (byte, short, int, long, float, double, char). Not on String or boolean.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946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46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43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43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01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 of: int a=5; System.out.println(a++ + ++a);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43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12.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a++ returns 5, then a becomes 6.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++a makes a=7, returns 7.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+ 7 = 12.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left-to-right — a crucial interview trap!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749808"/>
            <a:ext cx="3063240" cy="40690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749808"/>
            <a:ext cx="3063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Points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07608" y="1152144"/>
            <a:ext cx="288036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i++ is NOT atomic. For multi-threading, use AtomicInteger.incrementAndGet()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has higher precedence than prefix in most evaluations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~n flips every bit; useful in bitwise masking operations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!true = false, !!true = true (double negation returns original)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minus on int: -Integer.MIN_VALUE = Integer.MIN_VALUE (overflow!)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 on char: char c='A'; c++; → c becomes 'B'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 |  +  -  *  /  %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42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(a=10, b=5)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08176"/>
          <a:ext cx="3794760" cy="14630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-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*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%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416552" y="658368"/>
            <a:ext cx="4617720" cy="2636215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53712" y="960120"/>
            <a:ext cx="4389120" cy="22704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 = 5;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+ b); // 15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- b); // 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* b); // 50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/ b); // 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% b); // 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16552" y="3294583"/>
            <a:ext cx="4617720" cy="1615745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16552" y="3294583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3294583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53712" y="3568903"/>
            <a:ext cx="4389120" cy="1295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 |  Operator Precedence in Expressions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Precedence (BODMAS)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precedence operators evaluated first: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Level 1 (highest): *, /, %  (left to right)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Level 2           : +, -    (left to right)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Evaluating: 10*10/5 + 3 - 1*4/2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1: 10 * 10 = 100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2: 100 / 5 = 20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3:  1 * 4  = 4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4:  4 / 2  = 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5: 20 + 3 - 2 = 21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parentheses ( ) to force order of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when needed.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3061411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6956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10*10 = 100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100/5 = 20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1*4   = 4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4/2   = 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20+3-2= 21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10*10/5 + 3 - 1*4/2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719779"/>
            <a:ext cx="4617720" cy="1190549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719779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719779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994099"/>
            <a:ext cx="4389120" cy="8705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—  Arithmetic Operators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result of 7 / 2 in Java?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(not 3.5). Integer division truncates the decimal part. To get 3.5, at least one operand must be double/float: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7.0 / 2 = 3.5   or   (double) 7 / 2 = 3.5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71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6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divide by zero in Java?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 / 0 → throws ArithmeticException: '/ by zero' at runtime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double / 0.0 → returns Infinity (no exception)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0.0 / 0.0 → returns NaN (Not a Number)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946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46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43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43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01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% return for negative numbers?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43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of the result follows the DIVIDEND (left operand):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-7 % 3  = -1   (dividend is -7, so result is negative)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7 % -3 =  1   (dividend is +7, so result is positive)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differs from the mathematical modulo.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946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46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43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43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01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+ be used with String in Java? What is it called?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43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+ is overloaded for String concatenation: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"Hello" + " World" = "Hello World"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"Value: " + 42 = "Value: 42"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integer is auto-converted to String. This is called string concatenation (not arithmetic).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749808"/>
            <a:ext cx="3063240" cy="4069080"/>
          </a:xfrm>
          <a:prstGeom prst="rect">
            <a:avLst/>
          </a:prstGeom>
          <a:solidFill>
            <a:srgbClr val="0A12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749808"/>
            <a:ext cx="3063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Points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07608" y="1152144"/>
            <a:ext cx="288036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overflow: int max is 2,147,483,647; adding 1 wraps to −2,147,483,648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Math.floorDiv() for floor division (always rounds toward negative infinity)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Precedence: * / % have SAME level, evaluated left-to-right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and - have SAME level, lower than * / %, evaluated left-to-right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 always override any precedence rule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Math.pow(2,10) = 1024.0 (double); use bit shift &lt;&lt; for int powers of 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Operators  |  Left Shift  &lt;&lt;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Shift Operator  &lt;&lt;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value &lt;&lt; 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ALL bits to the LEFT by n positions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to: value × 2ⁿ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illustration (10 &lt;&lt; 2):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 = 0000 1010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&lt;&lt;2 = 0010 1000 = 40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n &lt;&lt; k  =  n × 2ᵏ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 &lt;&lt; 2 = 10 × 4   = 40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 &lt;&lt; 3 = 10 × 8   = 80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 &lt;&lt; 2 = 20 × 4   = 80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15 &lt;&lt; 4 = 15 × 16  = 240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 &lt;&lt; k  =  n * 2^k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System.out.println(10&lt;&lt;2); //10*4 =40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System.out.println(10&lt;&lt;3); //10*8 =80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System.out.println(20&lt;&lt;2); //20*4 =80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System.out.println(15&lt;&lt;4); //15*16=240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Operators  |  Right Shift  &gt;&gt;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Shift Operator  &gt;&gt;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value &gt;&gt; 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bits to the RIGHT by n positions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to: value ÷ 2ⁿ (integer division)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Sign-bit preserving: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Positive number → fills left bits with 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Negative number → fills left bits with 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n &gt;&gt; k  =  n ÷ 2ᵏ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 &gt;&gt; 2 = 10 ÷ 4 = 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 &gt;&gt; 2 = 20 ÷ 4 = 5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 &gt;&gt; 3 = 20 ÷ 8 = 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 &gt;&gt; k  =  n / 2^k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System.out.println(10&gt;&gt;2); //10/4=2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System.out.println(20&gt;&gt;2); //20/4=5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System.out.println(20&gt;&gt;3); //20/8=2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Operators  |  Signed &gt;&gt; vs Unsigned &gt;&gt;&gt;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(Signed)  vs  &gt;&gt;&gt; (Unsigned)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(Signed Right Shift):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Preserves the sign bit (MSB)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Negative stays negative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-20 &gt;&gt; 2 = -5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 (Unsigned Right Shift):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Always fills leftmost bits with 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Negative becomes a large positive int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-20 &gt;&gt;&gt; 2 = 1073741819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POSITIVE numbers: &gt;&gt; and &gt;&gt;&gt; behave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identically (MSB is already 0):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 &gt;&gt; 2 = 20 &gt;&gt;&gt; 2 = 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Positive: same result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System.out.println(20&gt;&gt;2);    // 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System.out.println(20&gt;&gt;&gt;2);   // 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Negative: DIFFERENT result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System.out.println(-20&gt;&gt;2);   // -5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System.out.println(-20&gt;&gt;&gt;2);  // 1073741819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1073741819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—  Shift Operators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key difference between &gt;&gt; and &gt;&gt;&gt;?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(signed) preserves the sign bit — negative numbers remain negative after the shift.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 (unsigned) always fills leftmost bits with 0, so negative numbers become large positive integers.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-20 &gt;&gt; 2 = -5   vs   -20 &gt;&gt;&gt; 2 = 1073741819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71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6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shift operators faster than multiplication?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operations are single CPU instructions and execute in one clock cycle, while multiplication requires several. n &lt;&lt; k = n × 2ᵏ and n &gt;&gt; k = n ÷ 2ᵏ. Often used in performance-critical code and bit manipulation.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946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46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43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43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01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shift an int by 33?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43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uses only the 5 lowest bits of the shift count for int (6 bits for long). So: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 &lt;&lt; 33  =  n &lt;&lt; (33 % 32)  =  n &lt;&lt;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counts ≥ 32 for int are reduced modulo 32 — a common gotcha!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946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46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43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43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01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check if a number is odd/even using bit operators?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43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LSB (least significant bit) with &amp;: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(n &amp; 1 == 1) → n is ODD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(n &amp; 1 == 0) → n is EVEN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faster than n % 2 and a frequent interview technique.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749808"/>
            <a:ext cx="3063240" cy="4069080"/>
          </a:xfrm>
          <a:prstGeom prst="rect">
            <a:avLst/>
          </a:prstGeom>
          <a:solidFill>
            <a:srgbClr val="0A12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749808"/>
            <a:ext cx="3063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Points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07608" y="1152144"/>
            <a:ext cx="288036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shift by 1 = ×2; Left shift by k = ×2ᵏ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shift by 1 = ÷2 (for positive); Right shift by k = ÷2ᵏ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 is used in Java's HashMap implementation for hash distribution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operators only apply to int and long (byte/short promoted first)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&lt;&lt; 0 is valid and returns n unchanged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negative by &gt;&gt;&gt; useful for treating int as unsigned (32-bit unsigned sim)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Operators  |  Logical &amp;&amp; vs Bitwise &amp;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&amp;&amp; vs Bitwise &amp;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(Logical AND – Short-Circuit):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true only when BOTH sides are true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SHORT-CIRCUITS: if left is FALSE,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right side is NOT evaluated at all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(Bitwise AND):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Works on individual bits of integers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booleans: same result as &amp;&amp;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BUT always evaluates BOTH sides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 &amp;&amp; for boolean conditions (efficient)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 &amp; when you NEED both sides to run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10, b = 5, c = 20;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false &amp;&amp; true =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System.out.println(a&lt;b &amp;&amp; a&lt;c);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false &amp;  true =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System.out.println(a&lt;b &amp;  a&lt;c);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Operators  |  Short-Circuit Side Effect Demo ( &amp;&amp; vs &amp; 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= Real Side Effect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&amp;&amp; (a=10, b=5, c=20):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a&lt;b is false → stops here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a++&lt;c is NEVER executed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 a stays at 10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&amp; (a=10, b=5, c=20):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a&lt;b is false, BUT &amp; still checks right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a++&lt;c IS executed → a becomes 11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proves: &amp;&amp; skips right operand when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is false, but &amp; always evaluates both.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tip: Use &amp;&amp; in if-conditions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unintended side effects!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a=10, b=5, c=20;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System.out.println(a&lt;b&amp;&amp;a++&lt;c); //false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 // 10 (no ++)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System.out.println(a&lt;b&amp;a++&lt;c);  //false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 // 11 (++ ran!)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Operators  |  Logical || vs Bitwise |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|| vs Bitwise |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(Logical OR – Short-Circuit):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true if EITHER side is true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SHORT-CIRCUITS: if left is TRUE,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right side is NOT evaluated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(Bitwise OR):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Always evaluates BOTH sides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(a=10, b=5, c=20):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a&gt;b || a++&lt;c → a&gt;b is true → a++ skipped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remains 10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a&gt;b  | a++&lt;c → both sides run → a++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becomes 11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551176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a=10, b=5, c=20;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System.out.println(a&gt;b||a&lt;c);  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System.out.println(a&gt;b|a&lt;c);   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|| skips right when left=true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System.out.println(a&gt;b||a++&lt;c);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 // 10 (skipped)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| always evaluates both sides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System.out.println(a&gt;b|a++&lt;c); 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 // 11 (executed)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209544"/>
            <a:ext cx="4617720" cy="1700784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209544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20954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483864"/>
            <a:ext cx="4389120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—  AND &amp; OR Operators ( &amp;&amp; · &amp; · || · | 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short-circuit evaluation and why does it matter?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&amp;&amp;: if left is FALSE, the right side is NEVER evaluated.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||: if left is TRUE, the right side is NEVER evaluated.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because the right side may have side effects (method calls, increments) or expensive computations.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71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6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choose &amp; over &amp;&amp; in code?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explicitly need BOTH sides to execute for their side effects, regardless of the outcome.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updating two counters inside a condition check. In practice, &amp;&amp; is almost always preferred for cleaner, safer code.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946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46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43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43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01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^ (XOR) and | (OR) bitwise?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43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(OR): returns 1 if EITHER bit is 1.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 (XOR): returns 1 only if bits are DIFFERENT.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| 3 = 7  (0101 | 0011 = 0111)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^ 3 = 6  (0101 ^ 0011 = 0110)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is used to swap values without a temp variable: a^=b; b^=a; a^=b;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946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46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43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43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01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&amp;&amp; and || be used with non-boolean types in Java?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43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No! Unlike C/C++, Java strictly requires boolean operands for &amp;&amp; and ||. Using an int (e.g., if(x &amp;&amp; y) where x,y are int) causes a compile error.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key difference between Java and C++ logical operators.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749808"/>
            <a:ext cx="3063240" cy="4069080"/>
          </a:xfrm>
          <a:prstGeom prst="rect">
            <a:avLst/>
          </a:prstGeom>
          <a:solidFill>
            <a:srgbClr val="0A12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749808"/>
            <a:ext cx="3063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Points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07608" y="1152144"/>
            <a:ext cx="288036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prevents NullPointerException: if (obj != null &amp;&amp; obj.method())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Null-safe pattern: if (list != null &amp;&amp; !list.isEmpty())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and | also work as bitwise operators on int/long (not just boolean)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(^) trick: swap without temp — a^=b; b^=a; a^=b;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Morgan: !(A &amp;&amp; B) == !A || !B  and  !(A || B) == !A &amp;&amp; !B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is used in guard clauses: if (x == null || x.isEmpty()) return;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/ Comparison Operators  |  ==  !=  &gt;  &lt;  &gt;=  &lt;=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42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 (always return boolean)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08176"/>
          <a:ext cx="3794760" cy="170688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op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Equal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==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!=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&gt;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&lt;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or Equal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&gt;=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or Equal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&lt;=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416552" y="658368"/>
            <a:ext cx="4617720" cy="2551176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53712" y="960120"/>
            <a:ext cx="4389120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Main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7, b = 11;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System.out.println("a="+a+" b="+b);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== b); //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!= b); // 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&gt;  b); //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&lt;  b); // 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&gt;= b); //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&lt;= b); // 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16552" y="3209544"/>
            <a:ext cx="4617720" cy="1700784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16552" y="3209544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320954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53712" y="3483864"/>
            <a:ext cx="4389120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a=7 b=11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—  Relational / Comparison Operators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== be used to compare String values in Java?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reliably. For objects, == compares REFERENCES (memory addresses), not content.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String a = new String("hi"); String b = new String("hi");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== b → false (different objects)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a.equals(b) → true (same content)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.equals() for String comparison.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71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6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= and == 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is the ASSIGNMENT operator — stores a value into a variable.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is the EQUALITY operator — compares two values or references.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them in a condition (e.g., if (a = 5)) can cause bugs and sometimes compile errors. This is a very common interview trap.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946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46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43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43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01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== work for wrapper classes like Integer?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43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caches values from -128 to 127. So: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Integer a = 127; Integer b = 127; a == b → TRUE (cached)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Integer a = 128; Integer b = 128; a == b → FALSE (new objects)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.equals() for wrapper comparisons to be safe.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946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46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43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43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01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return type do all relational operators produce?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43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boolean — either true or false. This makes them suitable for use in if/while/for conditions, ternary expressions, and boolean variable assignments: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boolean result = (a &gt; b);  // perfectly valid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749808"/>
            <a:ext cx="3063240" cy="4069080"/>
          </a:xfrm>
          <a:prstGeom prst="rect">
            <a:avLst/>
          </a:prstGeom>
          <a:solidFill>
            <a:srgbClr val="0A12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749808"/>
            <a:ext cx="3063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Points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07608" y="1152144"/>
            <a:ext cx="288036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on primitives: compares VALUES. == on objects: compares REFERENCES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String pool: String s = "hello"; uses the pool. new String("hello") does not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compareTo() returns negative, 0, or positive for ordering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!= NaN in Java (IEEE 754): use Double.isNaN(x) to check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== null → true; null.equals(anything) → NullPointerException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Objects.equals(a, b) for null-safe equality checking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  |  &amp;&amp;  ||  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42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 Reference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08176"/>
          <a:ext cx="4206240" cy="9753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&amp;&amp; (AND)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BOTH are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(5&gt;3) &amp;&amp; (8&gt;5) =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|| (OR)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EITHER is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(5&lt;3) || (8&gt;5) =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 (NOT)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Inverts boolean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!(5==3)        =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416552" y="658368"/>
            <a:ext cx="4617720" cy="2466137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53712" y="960120"/>
            <a:ext cx="4389120" cy="21003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Main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&amp;&amp; (AND) operator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System.out.println((5&gt;3)&amp;&amp;(8&gt;5));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System.out.println((5&gt;3)&amp;&amp;(8&lt;5)); //false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|| (OR) operator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System.out.println((5&lt;3)||(8&gt;5));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System.out.println((5&gt;3)||(8&lt;5));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System.out.println((5&lt;3)||(8&lt;5)); //false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! (NOT) operator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System.out.println(!(5==3)); // 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System.out.println(!(5&gt;3));  //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16552" y="3124505"/>
            <a:ext cx="4617720" cy="1785823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16552" y="3124505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3124505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53712" y="3398825"/>
            <a:ext cx="4389120" cy="14657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—  Logical Operators ( &amp;&amp; · || · ! 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 Morgan's Laws with examples.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!(A &amp;&amp; B) = !A || !B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!(A || B) = !A &amp;&amp; !B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!(x &gt; 0 &amp;&amp; y &gt; 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= x &lt;= 0 || y &lt;=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simplify complex boolean conditions in refactoring.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71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6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logical operators work on non-boolean operands in Java?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unlike C/C++, Java strictly requires boolean operands for &amp;&amp;, ||, and !. Using integer operands causes a compile-time error. This makes Java type-safer than C where 0=false and non-zero=true.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946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46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43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43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01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!! (double NOT) produce?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43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boolean value: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!!true  =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!!false = false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essentially cancels itself out. Occasionally seen in code to force a boolean expression, but not needed in Java since all conditions must already be boolean.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946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46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43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43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01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handle short-circuit to avoid NullPointerException?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43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&amp;&amp; to guard against null before accessing a member: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(obj != null &amp;&amp; obj.getValue() &gt; 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obj is null, the right side is never evaluated, preventing NPE. This is the most common null-safety pattern in Java.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749808"/>
            <a:ext cx="3063240" cy="4069080"/>
          </a:xfrm>
          <a:prstGeom prst="rect">
            <a:avLst/>
          </a:prstGeom>
          <a:solidFill>
            <a:srgbClr val="0A12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749808"/>
            <a:ext cx="3063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Points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07608" y="1152144"/>
            <a:ext cx="288036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 AND: T&amp;&amp;T=T, T&amp;&amp;F=F, F&amp;&amp;T=F (SC), F&amp;&amp;F=F (SC)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 OR:  T||T=T (SC), T||F=T (SC), F||T=T, F||F=F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has higher precedence than &amp;&amp; which has higher precedence than ||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parentheses to make complex conditions readable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(^) on booleans: true^true=false, true^false=true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clauses use ||: if (x == null || x.isEmpty()) throw new Exception();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  |  =  +=  -=  *=  /=  %=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42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 Reference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08176"/>
          <a:ext cx="3794760" cy="185928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a +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-=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a -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*=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a *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a /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%=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a %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 = 20;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+= 4; // a = 10 + 4 = 14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-= 4; // b = 20 - 4 = 16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 // 14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System.out.println(b); // 16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  |  Compound Assignment Chaining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Operators Step-by-Step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with:  int a = 10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+= 3  →  a = 10 + 3  =  13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-= 4  →  a = 13 - 4  =  9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*= 2  →  a =  9 × 2  =  18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/= 2  →  a = 18 ÷ 2  =  9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Rule for short / byte types: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short a=10, b=10;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+= b;   → OK (implicit cast included)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= a+b;  → COMPILE ERROR!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(10+10=20 is int; must cast: a=(short)(a+b))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+= 3; // a = 10+3 = 13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-= 4; // a = 13-4 = 9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*= 2; // a = 9*2  = 18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/= 2; // a = 18/2 = 9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—  Assignment Operators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short a=10; a=a+5; fail but a+=5; works?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+ 5 is promoted to int in Java (arithmetic always promotes to at least int). Assigning an int back to short requires an explicit cast: a = (short)(a + 5).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+= 5 includes an implicit narrowing cast — the compiler inserts it automatically. This is a very common interview question.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71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6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chain assignment operators?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Assignment is right-associative: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 a, b, c;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= b = c = 10; → c=10 first, then b=10, then a=10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variables get the value 10. This works because = returns the assigned value.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946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46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43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43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01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difference between a *= 2 and a = a * 2?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43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 — functionally the same. For byte/short: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byte a = 10;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*= 2;       // OK — implicit cast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= a * 2;   // COMPILE ERROR — int result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operators always include the implicit narrowing cast.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946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46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43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43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01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 compound assignment operators exist beyond basic ones?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43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also supports bitwise compound operators: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&amp;= b  →  a = a &amp; 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|= b  →  a = a | 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^= b  →  a = a ^ 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&lt;&lt;= 2 →  a = a &lt;&lt;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&gt;&gt;= 1 →  a = a &gt;&gt;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compound operators follow the same implicit-cast rule.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749808"/>
            <a:ext cx="3063240" cy="4069080"/>
          </a:xfrm>
          <a:prstGeom prst="rect">
            <a:avLst/>
          </a:prstGeom>
          <a:solidFill>
            <a:srgbClr val="0A12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749808"/>
            <a:ext cx="3063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Points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07608" y="1152144"/>
            <a:ext cx="288036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cast in += saves a lot of explicit casting in loops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b = c = 0; efficiently resets multiple variables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operators are typically more readable and concise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^= b; b ^= a; a ^= b; swaps a and b without a temp variable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careful: a += b += c chains right-to-left (b first, then a)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variables cannot use compound operators — compile error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&amp; Decrement Operators  |  ++ and --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++ and Decrement --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 increases value by 1: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 num = 5; ++num; → num is now 6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Pre-increment  (++a):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Increment FIRST, then return value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a=12: result1 = ++a → a=13, result1=13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Post-increment (a++):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 value FIRST, then increment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a=12: x = a++ → x=12, a=13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Pre-decrement  (--b):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Decrement FIRST, then return value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b=12: result2 = --b → b=11, result2=11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Main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12, b = 12;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result1, result2;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System.out.println("Value of a: " + a);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result1 = ++a;  // pre-increment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System.out.println("After ++: "+result1);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System.out.println("Value of b: " + b);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result2 = --b;  // pre-decrement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System.out.println("After --: "+result2);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of a: 12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++: 13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of b: 12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--: 11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—  Increment &amp; Decrement Operators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a++ a thread-safe operation?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No! a++ is NOT atomic. It involves three steps: read → increment → write. In multi-threading, another thread can interfere between these steps.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AtomicInteger.incrementAndGet() or synchronize the block for thread safety.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71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6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 of: int a=5; a = a++ + a++;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a=5: first a++ returns 5, a becomes 6.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a++ returns 6, a becomes 7.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+ 6 = 11, then 11 is assigned back to a.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value: a = 11.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note: Java evaluates all operands BEFORE assignment.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946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46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43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43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01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apply ++ to a final variable?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43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error: 'Cannot assign a value to final variable'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 x = 5;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x++;  // ERROR!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guarantees the variable cannot be reassigned, so any modification (including ++ ) is forbidden.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946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46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43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43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01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post-increment commonly used vs pre-increment?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43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Post-increment (i++) is most common in for-loops (for(int i=0; i&lt;n; i++)) where the returned value is ignored.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Pre-increment (++i) is preferred in C++ for performance with iterators, but in Java both compile to the same bytecode for simple int types.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749808"/>
            <a:ext cx="3063240" cy="4069080"/>
          </a:xfrm>
          <a:prstGeom prst="rect">
            <a:avLst/>
          </a:prstGeom>
          <a:solidFill>
            <a:srgbClr val="0A12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749808"/>
            <a:ext cx="3063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Points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07608" y="1152144"/>
            <a:ext cx="288036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a=5; System.out.println(a++); prints 5, then a becomes 6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a=5; System.out.println(++a); a becomes 6, then prints 6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 cannot be applied to expressions: (a+b)++ is a compile error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loop: for(int i=0; i&lt;n; i++) — i++ vs ++i makes no difference here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AtomicInteger, AtomicLong: thread-safe increment in concurrent code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 on byte: byte b=127; b++; wraps to -128 (overflow!)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Operator  |  Type Checking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instanceof Operator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an object belongs to a specific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or implements an interface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object instanceof ClassName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true  → object IS of that type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false → object is NOT of that type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Safe type-checking before casting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Avoids ClassCastException at runtime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"Programiz" is a String object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 instanceof String  →  true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891333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5255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Main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str = "Programiz";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boolean result;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check if str is a String instance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str instanceof String;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"Is str a String? " + result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549701"/>
            <a:ext cx="4617720" cy="1360627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549701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549701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824021"/>
            <a:ext cx="4389120" cy="104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str a String? true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—  instanceof Operator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instanceof return for a null reference?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false — regardless of the class name used: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String s = null;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System.out.println(s instanceof String); // false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instanceof inherently null-safe. No NullPointerException is thrown.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71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6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instanceof check the full inheritance hierarchy?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If Dog extends Animal: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Dog dog = new Dog();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dog instanceof Dog   →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dog instanceof Animal→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dog instanceof Object→ true (all classes extend Object)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the entire type hierarchy, not just the direct class.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946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46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43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43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01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Pattern Matching instanceof (Java 16+)?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43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16 introduced a cleaner syntax: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// Old way: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(obj instanceof String) { String s = (String) obj;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// New way (pattern matching):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(obj instanceof String s) { s.length();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cast and binding happen in one expression.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946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46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43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43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01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MUST you use instanceof in production code?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43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downcasting an object to avoid ClassCastException: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(animal instanceof Dog)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Dog dog = (Dog) animal;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dog.bark();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in equals() methods to check argument type before casting.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749808"/>
            <a:ext cx="3063240" cy="4069080"/>
          </a:xfrm>
          <a:prstGeom prst="rect">
            <a:avLst/>
          </a:prstGeom>
          <a:solidFill>
            <a:srgbClr val="0A12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749808"/>
            <a:ext cx="3063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Points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07608" y="1152144"/>
            <a:ext cx="288036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instanceof AnyClass always returns false — null-safe by design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instanceof before every downcast to prevent ClassCastException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16+ pattern matching: if (obj instanceof String s) { ... }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is instanceof every class in its hierarchy including Object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equals(): if (!(obj instanceof MyClass)) return false; is idiomatic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check: obj instanceof Serializable works for interfaces too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Operator  |  Syntax and Minimum Value Examples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(Conditional) Operator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Java operator with 3 operands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replacement for if-then-else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variable = condition ? expr1 : expr2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condition is TRUE  → assigns expr1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condition is FALSE → assigns expr2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a=2, b=5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&lt; b is TRUE → min = a = 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a=10, b=5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&lt; b is FALSE → min = b = 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3061411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6956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 1: a=2, b=5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a=2, b=5;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min = (a&lt;b) ? a : b;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System.out.println(min); // 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 2: a=10, b=5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a=10, b=5;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min = (a&lt;b) ? a : b;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System.out.println(min); // 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719779"/>
            <a:ext cx="4617720" cy="1190549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719779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719779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994099"/>
            <a:ext cx="4389120" cy="8705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Operator  |  Real-World Example: Leap Year Check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as if-else Replacement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if-else: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(februaryDays == 28)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result = "Not a leap year";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else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result = "Leap year";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ternary equivalent: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result = (februaryDays == 28)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? "Not a leap year"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: "Leap year";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(februaryDays = 29):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29 == 28 is FALSE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assigns second value: "Leap year"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891333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960120"/>
            <a:ext cx="4389120" cy="25255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Java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februaryDays = 29;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result;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ternary operator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(februaryDays == 28)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? "Not a leap year"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: "Leap year";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System.out.println(result);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3549701"/>
            <a:ext cx="4617720" cy="1360627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549701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549701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824021"/>
            <a:ext cx="4389120" cy="104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Leap year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—  Ternary Operator  ( ? : 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ternary always interchangeable with if-else?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271016"/>
            <a:ext cx="265633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Ternary is an EXPRESSION (produces a value); if-else is a STATEMENT.</a:t>
            </a:r>
            <a:endParaRPr lang="en-US" sz="1000" dirty="0"/>
          </a:p>
          <a:p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Ternary: can appear inside println(), assignments, method args</a:t>
            </a:r>
            <a:endParaRPr lang="en-US" sz="1000" dirty="0"/>
          </a:p>
          <a:p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if-else: can call void methods, execute multiple statements</a:t>
            </a:r>
            <a:endParaRPr lang="en-US" sz="1000" dirty="0"/>
          </a:p>
          <a:p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System.out.println(x&gt;0 ? "pos" : "neg"); // ternary ✅</a:t>
            </a:r>
            <a:endParaRPr lang="en-US" sz="1000" dirty="0"/>
          </a:p>
          <a:p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System.out.println(if(x&gt;0) "pos"); // INVALID 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6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ternary operators be nested?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but deeply nested ternaries hurt readability: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 max = a&gt;b ? (a&gt;c ? a : c) : (b&gt;c ? b : c);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// finds max of three values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interviews: know it's possible, but prefer if-else chains or Math.max() in real code. Always add parentheses when nesting.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94660" y="74980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r>
              <a:rPr lang="en-US" dirty="0"/>
              <a:t>             </a:t>
            </a:r>
          </a:p>
        </p:txBody>
      </p:sp>
      <p:sp>
        <p:nvSpPr>
          <p:cNvPr id="24" name="Shape 22"/>
          <p:cNvSpPr/>
          <p:nvPr/>
        </p:nvSpPr>
        <p:spPr>
          <a:xfrm>
            <a:off x="2994660" y="74980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4388" y="841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438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0148" y="82296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return type if ternary branches have different types?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4388" y="122529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127101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applies numeric promotion: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 result = true ? 1 : 2.0; // error — int vs double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double result = true ? 1 : 2.0; // OK — 1 promoted to double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String/non-String mixing → compile error (incompatible types)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must be type-compatible.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94660" y="2875788"/>
            <a:ext cx="2720340" cy="1943100"/>
          </a:xfrm>
          <a:prstGeom prst="rect">
            <a:avLst/>
          </a:prstGeom>
          <a:solidFill>
            <a:srgbClr val="131E2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4660" y="2875788"/>
            <a:ext cx="54864" cy="19431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4388" y="29672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4388" y="2967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0148" y="29489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ternary operator be used to call methods?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4388" y="3351276"/>
            <a:ext cx="2519172" cy="18288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396996"/>
            <a:ext cx="2519172" cy="13487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any expression is valid: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String s = isValid ? getValidMsg() : getErrorMsg();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 val  = (x &gt; 0) ? Math.abs(x) : -x;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must return the same type (or compatible types). Void method calls are NOT allowed in ternary.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0" y="749808"/>
            <a:ext cx="2743200" cy="4069080"/>
          </a:xfrm>
          <a:prstGeom prst="rect">
            <a:avLst/>
          </a:prstGeom>
          <a:solidFill>
            <a:srgbClr val="0A12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749808"/>
            <a:ext cx="2743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749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Points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25984" y="1152144"/>
            <a:ext cx="2561983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is an expression; if-else is a statement — key distinction</a:t>
            </a:r>
            <a:endParaRPr lang="en-US" sz="105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is useful in lambda/stream expressions where statements aren't allowed</a:t>
            </a:r>
            <a:endParaRPr lang="en-US" sz="105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list.stream().map(x -&gt; x &gt; 0 ? x : -x) — ternary inside lambda</a:t>
            </a:r>
            <a:endParaRPr lang="en-US" sz="105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deeply nested ternary: max depth of 2 for readability</a:t>
            </a:r>
            <a:endParaRPr lang="en-US" sz="105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promotion: int ? int : double → result is always double</a:t>
            </a:r>
            <a:endParaRPr lang="en-US" sz="105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evaluated for type-checking at compile time, only one runs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Operators – Quick Reference Summary</a:t>
            </a:r>
            <a:endParaRPr lang="en-US" sz="2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68096"/>
          <a:ext cx="8778240" cy="25984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Interview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++, --, ~, !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operand 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i++ vs ++i: post returns then increments; pre increments then returns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+, -, *, /, 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Mathematical calculations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7/2 = 3 (int), not 3.5; int/0 throws ArithmeticException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&lt;&lt;, &gt;&gt;, &gt;&gt;&gt;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Bit-level shifting (×2ⁿ / ÷2ⁿ)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&gt;&gt; preserves sign; &gt;&gt;&gt; always fills 0. -20&gt;&gt;2=-5, -20&gt;&gt;&gt;2=big+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/ 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&amp;&amp;, &amp;, ||, |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Short-circuit vs bitwise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&amp;&amp; skips right if left=false; &amp; always evaluates both sides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==,!=,&gt;,&lt;,&gt;=,&lt;=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values; always returns 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== on String compares references, not content; use .equals()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&amp;&amp;, ||, !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logic, boolean operands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Morgan: !(A&amp;&amp;B)=!A||!B; null guard: obj!=null &amp;&amp; obj.x()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=,+=,-=,*=,/=,%=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/ compound-assign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a+=5 works (implicit cast); a=a+5 fails (need explicit cast)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 :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if-else expression (3 operands)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 (returns value), not a statement; types must be compatible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instanceof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Type-checking an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instanceof Any = false; checks full hierarchy; use before cast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 University, Mathura  |  Java Programming – BCA  |  Best of Luck for your Interviews! 🎯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7643</Words>
  <Application>Microsoft Macintosh PowerPoint</Application>
  <PresentationFormat>On-screen Show (16:9)</PresentationFormat>
  <Paragraphs>1092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Operators – BCA (with Interview Q&amp;A)</dc:title>
  <dc:subject>PptxGenJS Presentation</dc:subject>
  <dc:creator>GLA University</dc:creator>
  <cp:lastModifiedBy>Microsoft Office User</cp:lastModifiedBy>
  <cp:revision>3</cp:revision>
  <dcterms:created xsi:type="dcterms:W3CDTF">2026-06-04T07:55:17Z</dcterms:created>
  <dcterms:modified xsi:type="dcterms:W3CDTF">2026-06-04T09:26:23Z</dcterms:modified>
</cp:coreProperties>
</file>