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217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KNOWLEDGE CHECK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 &amp; Interface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— Quiz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advanced, output-based &amp; conceptual MCQs — initialization rules, Java 8 default/static methods, and framework-level architecture constraints.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deck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runs across 3 clicks: 1) attempt the question  →  2) reveal the correct answer  →  3) reveal the explanation.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 Singh Yadav  ·  Dept. of Computer Engineering &amp; Applications, GLA University, Mathura  ·  prajnixlabs.in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Constructor Trap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result of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 {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1574074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77824" y="1574074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configId;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72168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77824" y="172168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Framework() {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186929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86929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configId = 99;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201690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" y="201690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"BaseInit 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216451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77824" y="216451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312126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77824" y="2312126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2459736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77824" y="2459736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AppEngine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 {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2607346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607346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AppEngine() {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6928" y="275495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77824" y="275495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6928" y="290256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7824" y="290256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"AppInit:"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configId);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" y="305017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7824" y="305017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928" y="319778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77824" y="319778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6928" y="3345398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345398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AppEngine();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 classes cannot have constructors.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BaseInit AppInit:99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AppInit:99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Error: AbstractMethodError is thrown at class instantiation.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Constructor Trap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result of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 {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1574074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77824" y="1574074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configId;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72168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77824" y="172168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Framework() {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186929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86929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configId = 99;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201690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" y="201690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"BaseInit 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216451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77824" y="216451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312126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77824" y="2312126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2459736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77824" y="2459736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AppEngine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 {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2607346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607346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AppEngine() {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6928" y="275495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77824" y="275495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6928" y="290256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7824" y="290256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"AppInit:"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configId);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" y="305017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7824" y="305017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928" y="319778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77824" y="319778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6928" y="3345398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345398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AppEngine();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 classes cannot have constructors.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BaseInit AppInit:99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AppInit:99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Error: AbstractMethodError is thrown at class instantiation.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BaseInit AppInit:99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Constructor Trap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result of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 {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1574074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77824" y="1574074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configId;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72168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77824" y="172168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Framework() {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186929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86929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configId = 99;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201690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" y="201690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"BaseInit 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2164515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77824" y="2164515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312126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77824" y="2312126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2459736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77824" y="2459736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AppEngine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 {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2607346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607346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AppEngine() {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6928" y="275495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77824" y="275495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6928" y="290256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7824" y="290256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"AppInit:"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configId);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" y="305017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7824" y="305017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928" y="3197787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77824" y="3197787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6928" y="3345398"/>
            <a:ext cx="274320" cy="14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345398"/>
            <a:ext cx="3886200" cy="147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AppEngine();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 classes cannot have constructors.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BaseInit AppInit:99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AppInit:99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Error: AbstractMethodError is thrown at class instantiation.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BaseInit AppInit:99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cannot be instantiated directly, but they absolutely have constructors. These run during subclass construction via implicit/explicit super() calls, initializing fields before the child's own code executes.</a:t>
            </a:r>
            <a:endParaRPr lang="en-US" sz="10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Conflicting Multiple Default Methods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compiling and executing this program?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DBReader {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1555623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77824" y="1555623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684782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77824" y="1684782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 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1813941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813941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1943100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" y="1943100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CloudReader {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2072259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77824" y="2072259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201418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77824" y="2201418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"Cloud 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2330577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77824" y="2330577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2459736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459736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HybridService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6928" y="2588895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77824" y="2588895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DBReader, CloudReader {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6928" y="2718054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7824" y="2718054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" y="2847213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7824" y="2847213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DBReader.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.connect();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928" y="2976372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77824" y="2976372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"Hybrid"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6928" y="3105531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105531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66928" y="3234690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77824" y="3234690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6928" y="3363849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77824" y="3363849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HybridService().connect();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 class cannot inherit duplicate default methods.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Hybrid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Cloud Hybrid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53" name="Text 51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super cannot be invoked from inside an interface this way.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Conflicting Multiple Default Methods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compiling and executing this program?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DBReader {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1555623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77824" y="1555623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684782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77824" y="1684782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 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1813941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813941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1943100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" y="1943100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CloudReader {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2072259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77824" y="2072259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201418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77824" y="2201418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"Cloud 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2330577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77824" y="2330577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2459736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459736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HybridService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6928" y="2588895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77824" y="2588895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DBReader, CloudReader {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6928" y="2718054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7824" y="2718054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" y="2847213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7824" y="2847213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DBReader.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.connect();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928" y="2976372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77824" y="2976372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"Hybrid"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6928" y="3105531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105531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66928" y="3234690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77824" y="3234690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6928" y="3363849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77824" y="3363849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HybridService().connect();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 class cannot inherit duplicate default methods.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Hybrid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Cloud Hybrid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54" name="Text 5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super cannot be invoked from inside an interface this way.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DB Hybrid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Conflicting Multiple Default Methods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compiling and executing this program?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DBReader {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" y="1555623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77824" y="1555623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684782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77824" y="1684782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 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6928" y="1813941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7824" y="1813941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1943100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" y="1943100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CloudReader {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6928" y="2072259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77824" y="2072259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201418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77824" y="2201418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"Cloud 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928" y="2330577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77824" y="2330577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2459736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" y="2459736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HybridService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6928" y="2588895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77824" y="2588895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DBReader, CloudReader {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6928" y="2718054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7824" y="2718054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" y="2847213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7824" y="2847213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DBReader.</a:t>
            </a:r>
            <a:r>
              <a:rPr lang="en-US" sz="7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.connect();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928" y="2976372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77824" y="2976372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7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"Hybrid"</a:t>
            </a: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6928" y="3105531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" y="3105531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66928" y="3234690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77824" y="3234690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6928" y="3363849"/>
            <a:ext cx="274320" cy="129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77824" y="3363849"/>
            <a:ext cx="3886200" cy="129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HybridService().connect();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 class cannot inherit duplicate default methods.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Hybrid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Cloud Hybrid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54" name="Text 5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super cannot be invoked from inside an interface this way.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DB Hybrid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duplicate default method signatures collide, the implementing class must resolve the ambiguity by overriding the method. InterfaceName.super.methodName() explicitly targets one parent interface's default implementation.</a:t>
            </a:r>
            <a:endParaRPr lang="en-US" sz="1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Shadowy Static Interface Method Lookup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result of attempting to compile and run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770888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1770888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log()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115312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115312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"LogMsg 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59736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2459736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2804160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7824" y="2804160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ConsoleLogger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 { 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148584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7824" y="3148584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ConsoleLogger.log();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LogMsg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static interface methods are not inherited by implementing classes.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log() must be overridden in ConsoleLogger.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NoSuchMethodError is thrown by the JVM.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Shadowy Static Interface Method Lookup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result of attempting to compile and run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770888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1770888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log()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115312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115312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"LogMsg 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59736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2459736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2804160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7824" y="2804160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ConsoleLogger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 { 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148584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7824" y="3148584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ConsoleLogger.log();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LogMsg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static interface methods are not inherited by implementing classes.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log() must be overridden in ConsoleLogger.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NoSuchMethodError is thrown by the JVM.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Compilation fails because static interface methods are not inherited by implementing classes.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Shadowy Static Interface Method Lookup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result of attempting to compile and run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770888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1770888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log()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115312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115312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"LogMsg 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59736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2459736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2804160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7824" y="2804160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ConsoleLogger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Logger { 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148584"/>
            <a:ext cx="27432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7824" y="3148584"/>
            <a:ext cx="3886200" cy="344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ConsoleLogger.log();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LogMsg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static interface methods are not inherited by implementing classes.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log() must be overridden in ConsoleLogger.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NoSuchMethodError is thrown by the JVM.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Compilation fails because static interface methods are not inherited by implementing classes.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static class methods, static interface methods belong exclusively to the interface type itself. They are never inherited, so they can only be called via Logger.log() — never through the implementing class's name.</a:t>
            </a:r>
            <a:endParaRPr lang="en-US" sz="10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Naked Abstract Field Ambiguity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compilation outcome of class Tesla?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59867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59867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speed = 60;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77088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77088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4310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4310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Electric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1531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1531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speed = 120;  </a:t>
            </a: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 static final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28752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28752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45973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45973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Tesla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63194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63194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Electric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80416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80416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displaySpeed()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297637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297637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System.out.print(speed);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14858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14858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332079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77824" y="332079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successfully; it prints 120 because interface fields take precedence.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successfully; it prints 60 because base class variables take precedence.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referencing speed is ambiguous.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Tesla must explicitly override the speed variable.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Naked Abstract Field Ambiguity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compilation outcome of class Tesla?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59867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59867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speed = 60;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77088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77088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4310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4310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Electric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1531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1531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speed = 120;  </a:t>
            </a: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 static final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28752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28752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45973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45973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Tesla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63194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63194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Electric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80416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80416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displaySpeed()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297637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297637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System.out.print(speed);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14858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14858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332079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77824" y="332079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successfully; it prints 120 because interface fields take precedence.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successfully; it prints 60 because base class variables take precedence.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referencing speed is ambiguous.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8357616" y="26151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Tesla must explicitly override the speed variable.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Compilation fails because referencing speed is ambiguous.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Naked Abstract Field Ambiguity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compilation outcome of class Tesla?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59867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59867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speed = 60;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77088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77088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4310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4310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Electric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1531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1531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speed = 120;  </a:t>
            </a: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 static final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28752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28752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45973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45973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Tesla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63194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63194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Electric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80416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80416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displaySpeed()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297637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297637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System.out.print(speed);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14858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14858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332079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77824" y="332079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successfully; it prints 120 because interface fields take precedence.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successfully; it prints 60 because base class variables take precedence.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referencing speed is ambiguous.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8357616" y="26151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Tesla must explicitly override the speed variable.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Compilation fails because referencing speed is ambiguous.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can inherit variables from both a parent class and an interface. If they share an identical name, referencing it nakedly is ambiguous. You must qualify the source explicitly — super.speed or Electric.speed.</a:t>
            </a:r>
            <a:endParaRPr lang="en-US" sz="1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Comparison: Abstract Class vs Interface State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 needs a component blueprint that tracks a mutable, instance-specific database socket status (private String socketState) that changes over the connection runtime life cycle. Which abstraction structure must be selected?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053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53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interface, because Java 8 default methods allow modifying fields dynamically.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35024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7053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7053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12080" y="1371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class, because only abstract classes can hold non-final instance fields (state).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215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21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258775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interface, because interface fields are implicitly shared and safe for multi-threaded state mutations.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551176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9215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21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0" y="258775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structure is fine; both can comfortably manage private instance variables.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Comparison: Abstract Class vs Interface State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 needs a component blueprint that tracks a mutable, instance-specific database socket status (private String socketState) that changes over the connection runtime life cycle. Which abstraction structure must be selected?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053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53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interface, because Java 8 default methods allow modifying fields dynamically.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35024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7053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7053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12080" y="1371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class, because only abstract classes can hold non-final instance fields (state).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57616" y="17145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215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21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258775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interface, because interface fields are implicitly shared and safe for multi-threaded state mutations.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551176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215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21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structure is fine; both can comfortably manage private instance variables.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 abstract class, because only abstract classes can hold non-final instance fields (state).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Comparison: Abstract Class vs Interface State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 needs a component blueprint that tracks a mutable, instance-specific database socket status (private String socketState) that changes over the connection runtime life cycle. Which abstraction structure must be selected?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053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53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interface, because Java 8 default methods allow modifying fields dynamically.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35024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7053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7053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12080" y="1371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class, because only abstract classes can hold non-final instance fields (state).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57616" y="17145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215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21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258775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interface, because interface fields are implicitly shared and safe for multi-threaded state mutations.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551176"/>
            <a:ext cx="39776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215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921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structure is fine; both can comfortably manage private instance variables.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 abstract class, because only abstract classes can hold non-final instance fields (state).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declared inside a Java interface is implicitly public static final — a constant. Interfaces cannot maintain mutable runtime instance state. Tracking mutable, object-specific state requires an abstract class.</a:t>
            </a:r>
            <a:endParaRPr lang="en-US" sz="10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Diamond Extension Hierarchy Conflict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output of this program?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3118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33118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39773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39773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"Parent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46427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2046427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253082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253082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Child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459736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59736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666390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66390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"Child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873045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73045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079699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3079699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Concrete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Parent, Child {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28635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28635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Concrete().action();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Concrete inherits conflicting copies of action().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Child</a:t>
            </a:r>
            <a:endParaRPr lang="en-US" sz="9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Diamond Extension Hierarchy Conflict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output of this program?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3118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33118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39773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39773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"Parent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46427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2046427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253082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253082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Child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459736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59736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666390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66390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"Child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873045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73045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079699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3079699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Concrete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Parent, Child {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28635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28635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Concrete().action();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Concrete inherits conflicting copies of action().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357616" y="26151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Child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Child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Diamond Extension Hierarchy Conflict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output of this program?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3118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33118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39773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39773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"Parent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46427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2046427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253082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253082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Child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459736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59736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666390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66390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"Child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873045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73045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079699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3079699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Concrete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Parent, Child {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28635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28635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Concrete().action();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Concrete inherits conflicting copies of action().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357616" y="26151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Child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Child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implemented interfaces share a hierarchical relationship (Child extends Parent), Java's Most-Specific-Derivation rule applies: the default method in the most specific sub-interface automatically wins — no conflict exists.</a:t>
            </a:r>
            <a:endParaRPr lang="en-US" sz="10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Dynamic Implementation Bypass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executing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Template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59867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59867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Template() { process(); 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77088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77088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4310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4310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1531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1531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Intermediate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28752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28752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Template { 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45973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45973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Realized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Intermediate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63194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63194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process()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80416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80416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"Executed"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297637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297637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14858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14858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332079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77824" y="332079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Realized();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Intermediate must implement the abstract method process().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cleanly but outputs absolutely nothing.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an AbstractMethodError at runtime.</a:t>
            </a:r>
            <a:endParaRPr lang="en-US" sz="9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Dynamic Implementation Bypass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executing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Template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59867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59867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Template() { process(); 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77088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77088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4310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4310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1531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1531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Intermediate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28752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28752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Template { 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45973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45973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Realized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Intermediate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63194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63194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process()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80416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80416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"Executed"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297637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297637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14858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14858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332079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77824" y="332079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Realized();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Intermediate must implement the abstract method process().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cleanly but outputs absolutely nothing.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an AbstractMethodError at runtime.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Executed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Dynamic Implementation Bypass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executing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Template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59867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59867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Template() { process(); 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77088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77088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4310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4310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1531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1531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Intermediate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28752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28752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Template { 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45973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45973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Realized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Intermediate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631948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631948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process()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804160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804160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"Executed"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2976372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2976372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148584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148584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3320796"/>
            <a:ext cx="274320" cy="172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77824" y="3320796"/>
            <a:ext cx="3886200" cy="172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Realized();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Intermediate must implement the abstract method process().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cleanly but outputs absolutely nothing.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an AbstractMethodError at runtime.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Executed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intermediate abstract class can skip implementing inherited abstract methods. When new Realized() runs, Template's constructor calls process(), and dynamic binding routes the call to Realized.process().</a:t>
            </a:r>
            <a:endParaRPr lang="en-US" sz="10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Variable Permutation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result of this code scenario?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Configurable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3118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33118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timeout = 5000;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39773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39773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46427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2046427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Configurable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253082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253082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a)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459736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59736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Configurable.timeout = 1000;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666390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66390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873045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73045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Configurable.timeout);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079699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3079699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28635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28635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interface variables are implicitly public static final and cannot be modified.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Exception: IllegalAccessException is thrown.</a:t>
            </a:r>
            <a:endParaRPr lang="en-US" sz="9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Variable Permutation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result of this code scenario?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Configurable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3118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33118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timeout = 5000;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39773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39773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46427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2046427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Configurable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253082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253082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a)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459736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59736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Configurable.timeout = 1000;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666390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66390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873045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73045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Configurable.timeout);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079699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3079699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28635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28635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interface variables are implicitly public static final and cannot be modified.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357616" y="26151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Exception: IllegalAccessException is thrown.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Compilation fails because interface variables are implicitly public static final and cannot be modified.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Variable Permutation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result of this code scenario?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Configurable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3118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33118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timeout = 5000;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39773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39773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46427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2046427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Configurable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253082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253082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a)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459736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59736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Configurable.timeout = 1000;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666390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66390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873045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73045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Configurable.timeout);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079699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3079699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28635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28635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interface variables are implicitly public static final and cannot be modified.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357616" y="26151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Exception: IllegalAccessException is thrown.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Compilation fails because interface variables are implicitly public static final and cannot be modified.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variables are permanently immutable constants. Attempting to assign a new value to Configurable.timeout throws a compile-time "cannot assign a value to final variable" error.</a:t>
            </a:r>
            <a:endParaRPr lang="en-US" sz="10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Redundant Abstract Modifier Constraint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result of trying to compile this abstract class declaration?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688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RemoteWorker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115312"/>
            <a:ext cx="27432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115312"/>
            <a:ext cx="3886200" cy="688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synchronized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syncData();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804160"/>
            <a:ext cx="27432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804160"/>
            <a:ext cx="3886200" cy="688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successfully.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 methods cannot be marked with the synchronized modifier.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 classes cannot have synchronized methods.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but triggers a mandatory static warning by the JIT compiler.</a:t>
            </a:r>
            <a:endParaRPr lang="en-US" sz="9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Redundant Abstract Modifier Constraint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result of trying to compile this abstract class declaration?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688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RemoteWorker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115312"/>
            <a:ext cx="27432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115312"/>
            <a:ext cx="3886200" cy="688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synchronized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syncData();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804160"/>
            <a:ext cx="27432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804160"/>
            <a:ext cx="3886200" cy="688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successfully.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 methods cannot be marked with the synchronized modifier.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 classes cannot have synchronized methods.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but triggers a mandatory static warning by the JIT compiler.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Compilation fails because abstract methods cannot be marked with the synchronized modifier.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Redundant Abstract Modifier Constraint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result of trying to compile this abstract class declaration?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688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RemoteWorker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115312"/>
            <a:ext cx="27432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115312"/>
            <a:ext cx="3886200" cy="688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synchronized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syncData();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804160"/>
            <a:ext cx="27432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804160"/>
            <a:ext cx="3886200" cy="688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successfully.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 methods cannot be marked with the synchronized modifier.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 classes cannot have synchronized methods.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but triggers a mandatory static warning by the JIT compiler.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Compilation fails because abstract methods cannot be marked with the synchronized modifier.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is a thread-locking strategy that requires an actual implementation block to function. Since an abstract method has no body, combining abstract and synchronized on one signature is a compiler violation.</a:t>
            </a:r>
            <a:endParaRPr lang="en-US" sz="10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Redefinition Trap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architectural result of compiling this file structure?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Simple {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compute(); 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943100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1943100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Simple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459736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459736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compute();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976372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2976372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an abstract class cannot re-declare an interface method as abstract.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successfully, allowing Base to force its specific subclasses to re-implement compute().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Base must immediately provide a concrete implementation body for compute().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public is an invalid modifier on the override line.</a:t>
            </a:r>
            <a:endParaRPr lang="en-US" sz="96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Redefinition Trap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architectural result of compiling this file structure?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Simple {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compute(); 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943100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1943100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Simple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459736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459736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compute();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976372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2976372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an abstract class cannot re-declare an interface method as abstract.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successfully, allowing Base to force its specific subclasses to re-implement compute().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Base must immediately provide a concrete implementation body for compute().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public is an invalid modifier on the override line.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It compiles successfully, allowing Base to force its specific subclasses to re-implement compute().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Redefinition Trap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architectural result of compiling this file structure?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Simple {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compute(); 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943100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1943100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Simple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459736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459736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compute();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976372"/>
            <a:ext cx="27432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2976372"/>
            <a:ext cx="3886200" cy="516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an abstract class cannot re-declare an interface method as abstract.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successfully, allowing Base to force its specific subclasses to re-implement compute().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Base must immediately provide a concrete implementation body for compute().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public is an invalid modifier on the override line.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It compiles successfully, allowing Base to force its specific subclasses to re-implement compute().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valid design pattern. An abstract class implementing an interface can re-declare an interface signature as abstract, explicitly forcing every downstream concrete subclass to supply its own implementation.</a:t>
            </a:r>
            <a:endParaRPr lang="en-US" sz="10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 Interface Method Hiding Chain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output when running this file?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standardRun()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"Machine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CoreEngine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standardRun()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"Engine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MicroBot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CoreEngine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{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MicroBot().standardRun();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due to conflicting inheritance tracks between CoreEngine and Machine.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Engine</a:t>
            </a:r>
            <a:endParaRPr lang="en-US" sz="9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 Interface Method Hiding Chain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output when running this file?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standardRun()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"Machine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CoreEngine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standardRun()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"Engine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MicroBot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CoreEngine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{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MicroBot().standardRun();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due to conflicting inheritance tracks between CoreEngine and Machine.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Engine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Engine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 Interface Method Hiding Chain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output when running this file?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standardRun()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"Machine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CoreEngine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standardRun()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"Engine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MicroBot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CoreEngine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{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MicroBot().standardRun();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due to conflicting inheritance tracks between CoreEngine and Machine.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Engine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Engine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implementations always take precedence over interface default methods. Because CoreEngine explicitly provides a concrete standardRun(), that class-based implementation cleanly overrides Machine's default method.</a:t>
            </a:r>
            <a:endParaRPr lang="en-US" sz="10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Sneaky Private Interface Method (Java 9+)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outcome of compiling and running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SecureChannel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3118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33118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39773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39773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46427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2046427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"Connected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253082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253082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459736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59736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validate()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666390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66390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"Valid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873045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73045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079699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3079699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SafeChannel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SecureChannel {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28635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28635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SafeChannel().connect();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Connected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private methods are strictly prohibited inside Java interfaces.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SafeChannel cannot resolve the internal validate() call.</a:t>
            </a:r>
            <a:endParaRPr lang="en-US" sz="9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Sneaky Private Interface Method (Java 9+)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outcome of compiling and running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SecureChannel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3118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33118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39773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39773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46427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2046427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"Connected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253082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253082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459736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59736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validate()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666390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66390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"Valid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873045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73045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079699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3079699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SafeChannel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SecureChannel {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28635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28635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SafeChannel().connect();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Connected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8357616" y="14447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private methods are strictly prohibited inside Java interfaces.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SafeChannel cannot resolve the internal validate() call.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Valid Connected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Sneaky Private Interface Method (Java 9+)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outcome of compiling and running this code?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SecureChannel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33118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33118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39773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39773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46427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2046427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"Connected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253082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253082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459736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459736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validate()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666390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66390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"Valid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873045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873045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079699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3079699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SafeChannel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SecureChannel {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286354"/>
            <a:ext cx="274320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286354"/>
            <a:ext cx="388620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new SafeChannel().connect();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Connected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8357616" y="14447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private methods are strictly prohibited inside Java interfaces.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SafeChannel cannot resolve the internal validate() call.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Valid Connected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Java 9, interfaces may declare private (and private static) methods. This lets developers extract shared helper code out of public default methods without exposing it publicly to external callers.</a:t>
            </a:r>
            <a:endParaRPr lang="en-US" sz="103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Static Interface Method Override Illusion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output of this execution chain?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MathUtil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MyCalc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MathUtil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 + 10;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MathUtil util = new MyCalc();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print: MathUtil.add(2,3) + " "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+ MyCalc.add(2,3)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5 15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15 15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static interface methods cannot be redefined by implementing classes.</a:t>
            </a:r>
            <a:endParaRPr lang="en-US" sz="9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Static Interface Method Override Illusion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output of this execution chain?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MathUtil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MyCalc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MathUtil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 + 10;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MathUtil util = new MyCalc();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print: MathUtil.add(2,3) + " "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+ MyCalc.add(2,3)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5 15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8357616" y="14447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15 15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static interface methods cannot be redefined by implementing classes.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5 15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Static Interface Method Override Illusion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precise output of this execution chain?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MathUtil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MyCalc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MathUtil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 + 10;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MathUtil util = new MyCalc();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print: MathUtil.add(2,3) + " "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+ MyCalc.add(2,3)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5 15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8357616" y="14447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15 15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static interface methods cannot be redefined by implementing classes.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5 15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interface methods aren't inherited, so MyCalc.add() is an entirely separate, isolated static method — not an override or a hide. MathUtil.add() resolves to the interface; MyCalc.add() runs the class's own routine.</a:t>
            </a:r>
            <a:endParaRPr lang="en-US" sz="10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Partial Implementation Strictness Block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compilation outcome of this file structure?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QueueService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push();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pop();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AbstractQueueService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QueueService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push()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"Push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FIFOQueue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AbstractQueueService { 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cleanly because AbstractQueueService provides partial implementation.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FIFOQueue does not implement the missing pop() method.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AbstractQueueService must implement all interface methods.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FIFOQueue must explicitly call super.push().</a:t>
            </a:r>
            <a:endParaRPr lang="en-US" sz="96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Partial Implementation Strictness Block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compilation outcome of this file structure?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QueueService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push();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pop();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AbstractQueueService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QueueService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push()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"Push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FIFOQueue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AbstractQueueService { 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cleanly because AbstractQueueService provides partial implementation.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FIFOQueue does not implement the missing pop() method.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AbstractQueueService must implement all interface methods.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FIFOQueue must explicitly call super.push().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Compilation fails because FIFOQueue does not implement the missing pop() method.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Partial Implementation Strictness Block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compilation outcome of this file structure?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QueueService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push();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pop();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AbstractQueueService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QueueService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push()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"Push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FIFOQueue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AbstractQueueService { 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cleanly because AbstractQueueService provides partial implementation.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FIFOQueue does not implement the missing pop() method.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AbstractQueueService must implement all interface methods.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fails because FIFOQueue must explicitly call super.push().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Compilation fails because FIFOQueue does not implement the missing pop() method.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intermediate abstract class may implement only part of a contract. But the first non-abstract, concrete class in the chain (FIFOQueue) must implement every remaining unfulfilled abstract method — here, pop().</a:t>
            </a:r>
            <a:endParaRPr lang="en-US" sz="10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  ·  YOUR ATTEMPT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Interface Overriding Paradox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commented line inside PDF is uncommented, what design protection rule does this layout showcase?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Printable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"Print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Document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Printable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PDF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Document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void print() { ... }  // ✖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can mark default methods as final natively to block subclass tampering.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 can override an interface default method and mark it final, locking that implementation for all subclasses.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are prohibited from adding the final constraint to inherited interface methods.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can bypass final method constraints by casting back to the interface type.</a:t>
            </a:r>
            <a:endParaRPr lang="en-US" sz="9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  ·  CORRECT ANSWER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Interface Overriding Paradox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commented line inside PDF is uncommented, what design protection rule does this layout showcase?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Printable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"Print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Document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Printable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PDF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Document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void print() { ... }  // ✖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can mark default methods as final natively to block subclass tampering.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 can override an interface default method and mark it final, locking that implementation for all subclasses.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are prohibited from adding the final constraint to inherited interface methods.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can bypass final method constraints by casting back to the interface type.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 abstract class can override an interface default method and mark it final, locking that implementation for all subclasses.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  ·  EXPLANATION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0" y="237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Interface Overriding Paradox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commented line inside PDF is uncommented, what design protection rule does this layout showcase?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434840" cy="2249424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426464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426464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Printable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61433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61433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print() {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802199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1802199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"Print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199006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99006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17793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217793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Document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Printable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365802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7824" y="2365802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255367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55367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</a:t>
            </a:r>
            <a:r>
              <a:rPr lang="en-US" sz="8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 "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741537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2741537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929405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929405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PDF </a:t>
            </a:r>
            <a:r>
              <a:rPr lang="en-US" sz="8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Document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" y="3117273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117273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void print() { ... }  // ✖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305140"/>
            <a:ext cx="274320" cy="18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7824" y="3305140"/>
            <a:ext cx="3886200" cy="187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4920" y="1335024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435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can mark default methods as final natively to block subclass tampering.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74920" y="1920240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EFF8F1"/>
          </a:solidFill>
          <a:ln w="19050">
            <a:solidFill>
              <a:srgbClr val="BFE2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020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266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020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77840" y="195681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 can override an interface default method and mark it final, locking that implementation for all subclasses.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357616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74920" y="2505456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5420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are prohibited from adding the final constraint to inherited interface methods.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074920" y="3090672"/>
            <a:ext cx="361188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31272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can bypass final method constraints by casting back to the interface type.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457200" y="367588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75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 — </a:t>
            </a:r>
            <a:r>
              <a:rPr lang="en-US" sz="11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 abstract class can override an interface default method and mark it final, locking that implementation for all subclasses.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" y="4261104"/>
            <a:ext cx="8229600" cy="786384"/>
          </a:xfrm>
          <a:prstGeom prst="roundRect">
            <a:avLst>
              <a:gd name="adj" fmla="val 814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4334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8368" y="455371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 method final inside an abstract class breaks downstream polymorphism on purpose. If PDF tries to override it, the compiler stops with a "cannot override final method" error.</a:t>
            </a:r>
            <a:endParaRPr lang="en-US" sz="103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91840"/>
            <a:ext cx="3474720" cy="347472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COMPLETE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— Abstraction &amp; Interface Design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89504"/>
            <a:ext cx="146304" cy="146304"/>
          </a:xfrm>
          <a:prstGeom prst="ellipse">
            <a:avLst/>
          </a:prstGeom>
          <a:solidFill>
            <a:srgbClr val="F2B36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34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the Spring Framework uses interfaces for dependency injection and dynamic proxying.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56432"/>
            <a:ext cx="146304" cy="146304"/>
          </a:xfrm>
          <a:prstGeom prst="ellipse">
            <a:avLst/>
          </a:prstGeom>
          <a:solidFill>
            <a:srgbClr val="F2B36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01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 real-world design pattern (Strategy or Template Method) built on abstract classes.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46304" cy="146304"/>
          </a:xfrm>
          <a:prstGeom prst="ellipse">
            <a:avLst/>
          </a:prstGeom>
          <a:solidFill>
            <a:srgbClr val="F2B36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9684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functional interfaces and how abstraction relates to lambda expressions.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&amp; Applications  ·  Java OOP Series  ·  prajnixlabs.in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6733</Words>
  <Application>Microsoft Macintosh PowerPoint</Application>
  <PresentationFormat>On-screen Show (16:9)</PresentationFormat>
  <Paragraphs>1537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Abstraction &amp; Interface Design — Quiz</dc:title>
  <dc:subject>PptxGenJS Presentation</dc:subject>
  <dc:creator>Dr. Arun Singh Yadav</dc:creator>
  <cp:lastModifiedBy>Microsoft Office User</cp:lastModifiedBy>
  <cp:revision>1</cp:revision>
  <dcterms:created xsi:type="dcterms:W3CDTF">2026-06-21T19:34:40Z</dcterms:created>
  <dcterms:modified xsi:type="dcterms:W3CDTF">2026-06-21T20:20:02Z</dcterms:modified>
</cp:coreProperties>
</file>