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78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WEEK 5  ·  CONDENSED EDITION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 in Java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Overloading, Overriding &amp; Dynamic Dispatch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020824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2491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polymorphism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7208" y="272491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2724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polymorphism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9432" y="2724912"/>
            <a:ext cx="1495958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724912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1694" y="2724912"/>
            <a:ext cx="1420978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1694" y="2724912"/>
            <a:ext cx="1420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08976" y="2724912"/>
            <a:ext cx="821131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08976" y="2724912"/>
            <a:ext cx="8211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45536"/>
            <a:ext cx="1870862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45536"/>
            <a:ext cx="18708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method dispatch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7246" y="3145536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7246" y="31455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&amp; casting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159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Singh Yadav  ·  Dept. of Computer Engineering &amp; Applications, GLA University, Mathura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6085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/ B.Tech — Object-Oriented Programming with Java   ·   prajnixlabs.in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721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53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What Is Polymorphism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1965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4721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453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— Compile-Time Polymorphism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81965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2951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276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— Runtime Polymorphism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264261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22951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2276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Method Dispatch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264261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0998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vs Overriding — Comparison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346557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97180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1091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30998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with Interfaces &amp; Abstract Classes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10912" y="346557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" y="394106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4128" y="3922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&amp; Safe Type Casting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" y="428853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379476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10912" y="394106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3922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Example, Q&amp;A &amp; Takeaways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10912" y="428853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POLYMORPHISM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7864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197864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and methods, restricting direct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15184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24912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1488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properties &amp; behavior from a parent 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13832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5138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82896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implementation, exposing only the essentials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31152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DF1E3"/>
          </a:solidFill>
          <a:ln w="19050">
            <a:solidFill>
              <a:srgbClr val="C2660B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71816" y="1828800"/>
            <a:ext cx="512064" cy="51206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23" name="Text 21"/>
          <p:cNvSpPr/>
          <p:nvPr/>
        </p:nvSpPr>
        <p:spPr>
          <a:xfrm>
            <a:off x="7671816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77456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— many forms of behavior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39712" y="427939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TODAY'S FOCUS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POLYMORPHISM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Polymorphism?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17320"/>
            <a:ext cx="7790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(Greek: poly = many, morph = form) is the ability of a single entity — a method name, an object reference, or an operator — to behave differently depending on context.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 → different behavior depending on the object or argument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code reuse and extensibility with a clean, unified interface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via method overloading (compile-time) and method overriding (runtime)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once, behave differently" at the call site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need for type-checking if-else chains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well-designed OO framework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POLYMORPHISM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Button, Many Actions — Analogy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9659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'+' button in a calculator adds numbers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'+' on a phone screen zooms in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'+' in a chat creates a new conversation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symbol → completely different behavior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74336" y="19659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draw(Circle c) draws a circle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draw(Rectangle r) draws a rectangle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shape.draw() calls the right version at runtime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 → many forms of implementation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is the reason you don't write drawCircle(), drawRectangle(), drawTriangle() — you simply call draw() and let the type decide.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POLYMORPHISM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Polymorphism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6093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Compile-Time Polymorphism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 Static Binding / Early Binding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" y="2249424"/>
            <a:ext cx="3493008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at compile time by the compiler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through Method Overloading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via operator overloading (not in Java)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no runtime lookup needed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 by number/type of arguments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74336" y="16093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Polymorphism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74336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 Dynamic Binding / Late Binding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74336" y="2249424"/>
            <a:ext cx="3493008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at runtime by the JVM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through Method Overriding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inheritance hierarchy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Dynamic Method Dispatch (DMD)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 by the actual object type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OF 07  ·  POLYMORPHISM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Overloading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name, different parameter list — resolved at compile time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selects the best matching method based on argument types and count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 alone cannot distinguish overloaded methods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METHOD OVERLOADING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Overloaded Methods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29768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MathHelper.java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MathHelper {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066544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066544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2219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21992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37744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377440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253288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532888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268833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688336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2843784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843784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299923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999232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b,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c) {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15468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154680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 + c;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" y="331012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310128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" y="346557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3465576"/>
            <a:ext cx="363016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17373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methods, same name add()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 by parameter count or type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picks the correct method at compile time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 is NOT part of the overload signature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200" y="3913632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136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int add(int a, int b) and double add(int a, int b) cannot coexist — return type alone doesn't resolve overloading.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METHOD OVERLOADING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Method Overloading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971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differ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CANNOT differ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add(int) vs add(int, int)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add(int) vs add(double)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modifier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of parameter types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add(int, double) vs add(double, int)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declaration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combination of above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add(int, int) vs add(String, int, double)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parameter name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METHOD OVERLOADING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Promotion in Overloading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000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Promoter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206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2064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show(long x)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3301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3019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"long: 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x);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5397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53974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7492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74929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show(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x) {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9588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5884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"double: 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x);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1683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16839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3779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37794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5874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58749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Caller: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7970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79704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Promoter p =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Promoter();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0065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00659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p.show(5);  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 → long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42161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216146"/>
            <a:ext cx="4361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p.show(5.5f);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float → double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23560" y="141732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88152" y="1527048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88152" y="1819656"/>
            <a:ext cx="2734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1911096"/>
            <a:ext cx="292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1911096"/>
            <a:ext cx="2395728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long: 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88152" y="2080260"/>
            <a:ext cx="292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080260"/>
            <a:ext cx="2395728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5.5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PROMOTION ORDER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23560" y="2798064"/>
            <a:ext cx="3063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→ short → int → long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float → double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exact match, Java auto-promotes the argument to the nearest wider type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METHOD OVERLOADING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Method Overloading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overloading to provide convenience signatures (e.g. log(msg) vs log(level, msg))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overloaded methods semantically consistent — same intent, different inputs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@SuppressWarnings only when autoboxing/promotion ambiguity is understood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return type alone to differentiate overloaded methods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overload if parameter count + types are identical — it's a re-declaration error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overloading with overriding — different class hierarchy rules apply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Method Overloading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overloading be done across parent and child classes?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child class can define a method with the same name but different signature. This is overloading, not overriding.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two overloaded methods throw different exceptions?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exception declarations are independent of the overload signature. Both checked and unchecked exceptions can differ freely.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argument matches two methods equally?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throws an ambiguity error. Example: both show(int, double) and show(double, int) match show(5, 5).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method overloading possible with static methods?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static methods can be overloaded just like instance methods. Each variation must still differ in parameter list.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OF 07  ·  POLYMORPHISM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Overriding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provides its own implementation of a method already defined in the parent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same parameter list, same or covariant return type — resolved at runtime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@Override annotation lets the compiler verify the override is correct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METHOD OVERRIDING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Method Overrides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000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 = 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"Animal"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makeSound() {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makeSound() {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"Woof!"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 =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Dog();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36168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a.makeSound();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Woof!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OVERRIDE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17373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tells compiler to verify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+ same parameter list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 covariant return type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or wider access modifier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picks Dog's version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23560" y="365760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88152" y="3767328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788152" y="4059936"/>
            <a:ext cx="2734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88152" y="41513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26480" y="4151376"/>
            <a:ext cx="23957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Woof!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METHOD OVERRIDING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Method Overriding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291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method name + parameter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exactly match the parent method 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or covariant return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can return a subtype of the parent's return type (Java 5+)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or wider access modifier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&gt; protected &gt; default — narrowing is a compile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override final, static, or private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blocks it; static hides it instead; private is invisible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exceptions can only narrow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cannot declare new or broader checked exceptions than parent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METHOD OVERRIDING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@Override Annotation — Why It Matters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15184" cy="265176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safety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093976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parent method changes its signature, @Override turns a silent bug into a loud compile error.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4408" y="1600200"/>
            <a:ext cx="2615184" cy="265176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31336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communication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093976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to readers: "this method is intentionally overriding a parent." Better code documentation.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71616" y="1600200"/>
            <a:ext cx="2615184" cy="265176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38544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typos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2093976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misspelling the method name creates a brand-new method silently — @Override catches this immediately.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Always write @Override on every method you intend to override. The cost is zero; the protection is enormous.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METHOD OVERRIDING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Method Overriding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@Override to let the compiler validate your intent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super.method() when you need to augment (not replace) parent behavior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overriding method is at least as accessible as the parent version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try to override final methods — the compiler will block you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narrow the access modifier (e.g. public → protected is illegal)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throw new checked exceptions that the parent doesn't declare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Method Overriding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override a static method?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static methods are resolved at compile time (class level). Defining one in the child is method hiding, not overriding.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covariant return type?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overriding method may return a subtype of the parent's return type. E.g., parent returns Animal, child can return Dog (Java 5+).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constructor be overridden?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constructors are not inherited and therefore cannot be overridden. Each class always has its own constructors.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method overriding work with private methods?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private methods are not visible to child classes, so they can't be overridden. Defining the same method in a child is a new, independent method.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OF 07  ·  POLYMORPHISM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METHOD DISPATCH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Method Dispatch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by which Java selects which overriding method to call at runtime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parent-type reference can hold a child-type object (upcasting)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JVM checks the actual object type, not the reference type, to resolve the call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DYNAMIC METHOD DISPATCH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Upcasting — The Key Mechanism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Upcasting: storing a child-class object in a parent-class reference. It is always safe (implicit). The reference type determines what you can CALL; the actual object type determines what gets EXECUTED.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5029200" cy="2084832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50545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Upcasting.java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798064"/>
            <a:ext cx="47000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889504"/>
            <a:ext cx="29260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889504"/>
            <a:ext cx="4361688" cy="209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a1 = </a:t>
            </a:r>
            <a:r>
              <a:rPr lang="en-US" sz="11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Dog();    </a:t>
            </a:r>
            <a:r>
              <a:rPr lang="en-US" sz="11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upcast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3098510"/>
            <a:ext cx="29260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098510"/>
            <a:ext cx="4361688" cy="209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a2 = </a:t>
            </a:r>
            <a:r>
              <a:rPr lang="en-US" sz="11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Cat();    </a:t>
            </a:r>
            <a:r>
              <a:rPr lang="en-US" sz="11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upcast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" y="3307515"/>
            <a:ext cx="29260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307515"/>
            <a:ext cx="4361688" cy="209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a3 = </a:t>
            </a:r>
            <a:r>
              <a:rPr lang="en-US" sz="11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Bird();   </a:t>
            </a:r>
            <a:r>
              <a:rPr lang="en-US" sz="11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upcast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3516521"/>
            <a:ext cx="29260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516521"/>
            <a:ext cx="4361688" cy="209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" y="3725527"/>
            <a:ext cx="29260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725527"/>
            <a:ext cx="4361688" cy="209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a1.makeSound(); </a:t>
            </a:r>
            <a:r>
              <a:rPr lang="en-US" sz="11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Woof!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3934533"/>
            <a:ext cx="29260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3934533"/>
            <a:ext cx="4361688" cy="209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a2.makeSound(); </a:t>
            </a:r>
            <a:r>
              <a:rPr lang="en-US" sz="11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Meow!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" y="4143538"/>
            <a:ext cx="29260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4143538"/>
            <a:ext cx="4361688" cy="209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a3.makeSound(); </a:t>
            </a:r>
            <a:r>
              <a:rPr lang="en-US" sz="11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Tweet!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23560" y="2395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vs OBJECT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2706624"/>
            <a:ext cx="3063240" cy="1773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Animal — what the reference KNOWS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Dog/Cat/Bird — what actually RUNS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swap objects at runtime without changing the calling code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8"/>
          <p:cNvSpPr/>
          <p:nvPr/>
        </p:nvSpPr>
        <p:spPr>
          <a:xfrm>
            <a:off x="612648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3584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"Tweet!"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377440"/>
            <a:ext cx="2743200" cy="548640"/>
          </a:xfrm>
          <a:prstGeom prst="line">
            <a:avLst/>
          </a:prstGeom>
          <a:noFill/>
          <a:ln w="15875">
            <a:solidFill>
              <a:srgbClr val="7C8AA0"/>
            </a:solidFill>
            <a:prstDash val="solid"/>
          </a:ln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EEFF163-FFFD-635F-B0DA-BAE57A78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DYNAMIC METHOD DISPATCH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 — Full DMD Demonstration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DMD.java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draw() 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"Shape"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Circle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{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draw() {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"Circle"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{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draw() {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"Square"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0" y="1417320"/>
            <a:ext cx="3017520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33872" y="152704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33872" y="1819656"/>
            <a:ext cx="26883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1911096"/>
            <a:ext cx="292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72200" y="1911096"/>
            <a:ext cx="23500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833872" y="2111121"/>
            <a:ext cx="292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72200" y="2111121"/>
            <a:ext cx="23500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33872" y="2311146"/>
            <a:ext cx="292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72200" y="2311146"/>
            <a:ext cx="23500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69280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CODE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0" y="3310128"/>
            <a:ext cx="3017520" cy="1261872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33872" y="341985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72200" y="3419856"/>
            <a:ext cx="23500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Shape[] s = {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33872" y="361035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72200" y="3610356"/>
            <a:ext cx="23500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Circle(),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33872" y="380085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72200" y="3800856"/>
            <a:ext cx="23500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Square(),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33872" y="399135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72200" y="3991356"/>
            <a:ext cx="23500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Shape()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33872" y="418185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72200" y="4181856"/>
            <a:ext cx="23500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OF 07  ·  POLYMORPHISM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vs OVERRIDING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Overloading vs Overriding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Java interview topic — know every row of this comparison cold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= compile time; Overriding = runtime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is required for overriding, not for overloading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Overloading vs Overriding — At a Glance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Overloading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Overriding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(static)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(dynamic)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differ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identical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differ freely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or covariant subtype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same class is fine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child overrides parent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modifier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constraint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or wider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Polymorphism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@Override annotation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(required in practice)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&amp; Pitfalls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71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Fails / Misleads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only return type and calling it overloading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error — return type alone is not part of the overload 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Expecting overriding with a static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methods are class-level; they are HIDDEN, not overridden — no DMD occurs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@Override enforces correct behavior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@Override only verifies the signature; logic correctness is the programmer's 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Reducing access in override (public → protected)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error — child must maintain or widen the parent's access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OF 07  ·  POLYMORPHISM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WITH INTERFACES &amp; ABSTRACT CLASSES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 with Interfaces &amp; Abstract Classes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references and abstract class references both support full polymorphism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that implements/extends can be held in a parent-type reference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backbone of every Java framework and API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INTERFACE POLYMORPHISM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Reference — Full Polymorphism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Flyable.java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Flyable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Eagle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Flyable 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"Eagle soars"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Drone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Flyable {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 {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"Drone hovers"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Polymorphic array: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Flyable[] fleet = {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Eagle(),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Drone() };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173736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and Drone have nothing in common except Flyable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using Flyable[] works for both — and any future type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RocketShip later requires zero changes to the calling code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 in action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715000" y="3749040"/>
            <a:ext cx="2971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79592" y="385876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79592" y="415137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9592" y="4242816"/>
            <a:ext cx="292608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0" y="4242816"/>
            <a:ext cx="2304288" cy="7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Eagle soars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79592" y="4320540"/>
            <a:ext cx="292608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17920" y="4320540"/>
            <a:ext cx="2304288" cy="7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 hovers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INTERFACE POLYMORPHISM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 in the JDK You Already Use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Polymorphism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084832"/>
            <a:ext cx="3493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 list = new ArrayList&lt;&gt;() — List interface, ArrayList object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r = () -&gt; print() — interface ref holds lambda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Comparable&lt;T&gt; — compareTo() resolved per-type at runtime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Iterator&lt;T&gt; — next()/hasNext() behave per collection type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 Polymorphism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74336" y="2084832"/>
            <a:ext cx="3493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InputStream in = new FileInputStream(f) — abstract + concrete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AbstractList → ArrayList/LinkedList both polymorphic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HttpServlet.service() dispatches via overriding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 pattern — parent calls abstract child methods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OF 07  ·  POLYMORPHISM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&amp; SAFE TYPE CASTING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instanceof &amp; Safe Type Casting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checks whether an object is of a given type at runtime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 is implicit and safe; downcasting is explicit and must be verified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ClassCastException at runtime means an unsafe downcast was attempted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· INSTANCEOF &amp; CASTING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instanceof &amp; Downcasting Safely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Dog();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Upcast — implicit, always safe: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Animal a = new Dog();  // 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Downcast — must verify first: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 instanceof Dog) {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 d = (Dog) a;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d.fetch();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16+ pattern matching: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 instanceof Dog d) {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d.fetch();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 auto-cast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RULES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173736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 — always implicit &amp; safe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Downcasting — always explicit (Dog) 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guard with instanceof before downcasting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(Java 16+) combines check + cast cleanly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715000" y="3749040"/>
            <a:ext cx="2971800" cy="777240"/>
          </a:xfrm>
          <a:prstGeom prst="roundRect">
            <a:avLst>
              <a:gd name="adj" fmla="val 8235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7490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instanceof check risks a ClassCastException at runtime — a common interview trap!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 OF 07  ·  POLYMORPHISM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EXAMPLE, Q&amp;A &amp; TAKEAWAYS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polymorphic class hierarchy with overloading + overriding + DMD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Quick-fire interview questions covering all six topics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next steps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39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Polymorphic System — Payment Gateway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044406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044406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Overloading — compile-time poly: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177716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177716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 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311026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311026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 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444336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444336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Overriding hook — runtime poly: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257764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57764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execute(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71095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71095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284426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84426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UPI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 {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297757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297757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11088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11088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execute(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324419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24419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"UPI: "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+amt);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37750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37750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351081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51081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" y="364412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364412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Card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 {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3777435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3777435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" y="3910744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" y="3910744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execute(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" y="4044054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" y="4044054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"Card: "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+amt);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" y="4177364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" y="4177364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" y="4310674"/>
            <a:ext cx="292608" cy="1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0120" y="4310674"/>
            <a:ext cx="4453128" cy="1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CONCEPTS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15000" y="173736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process(int) + process(double) — overloading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 — abstract, overriding required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 = new UPI() — upcasting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p.execute() — Dynamic Method Dispatch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UPI before any downcast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5715000" y="3749040"/>
            <a:ext cx="2971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79592" y="385876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79592" y="415137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9592" y="4242816"/>
            <a:ext cx="292608" cy="5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7920" y="4242816"/>
            <a:ext cx="2304288" cy="5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p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UPI();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79592" y="4294632"/>
            <a:ext cx="292608" cy="5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17920" y="4294632"/>
            <a:ext cx="2304288" cy="5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p.execute(500.0);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79592" y="4346448"/>
            <a:ext cx="292608" cy="5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17920" y="4346448"/>
            <a:ext cx="2304288" cy="5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UPI: 500.0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Fire — Common Interview Questions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class in Java exhibit both compile-time and runtime polymorphism simultaneously?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method hiding? How does it differ from method overriding?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achieve runtime polymorphism without inheritance?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054096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early binding and late binding?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358444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constructors be overridden? Can they be overloaded?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parent reference holds a child object, which fields are accessed — parent's or child's?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Polymorphism Deep Dive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method hiding? How is it different from overriding?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child defines a static method with the same signature as a parent static method, it hides the parent. No DMD — the call is resolved by the reference type, not the object.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parent ref holds child object, which fields are accessed?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access is resolved by reference type (compile-time), not by the object type. Only methods are dynamically dispatched. This is a classic trap question.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runtime polymorphism be achieved with interfaces?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 interface reference pointing to different implementing objects dispatches method calls to the actual object's implementation, just like abstract class inheritance.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constructors be overloaded?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single class can have multiple constructors with different parameter lists. This is the most common example of compile-time polymorphism most developers write daily.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Guideline — Choosing the Right Tool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overloading for convenience — provide multiple ways to call the same logical operation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overriding when child behavior must genuinely differ from parent behavior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DMD / interface refs to write code that is open for extension, closed for modification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abuse overloading to create confusing, inconsistent behavior under the same name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override for the sake of it — if parent behavior is fine, don't touch 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downcast without instanceof — it's a runtime bomb waiting to explode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Binding vs Dynamic Binding — Side by Side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Binding (Early)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2066544"/>
            <a:ext cx="3493008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the compiler before program runs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overloaded methods, static methods, final methods, private methods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 determines which method to call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no JVM lookup needed at runtime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Binding (Late)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74336" y="2066544"/>
            <a:ext cx="3493008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at runtime by the JVM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all overriding instance methods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object type determines which method to call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slower but enables polymorphism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= one name, many behaviors — the cornerstone of flexible OO design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1109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— compile-time, same name, different parameters, same class OK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915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— runtime, same signature, child class, @Override always recommended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07208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Method Dispatch — JVM routes call to actual object type, not reference type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55264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 is implicit and safe; downcasting is explicit and needs instanceof guard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abstract class references fully support polymorphism and DMD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hiding (static) ≠ overriding — no dynamic dispatch with static methods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MCQ Practice — Verify Your Understanding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Polymorphism in 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087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0976" y="1490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polymorphism type is resolved by the compiler?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174650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Method Overloading — Compile-Time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5087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48656" y="1490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annotation verifies a correct override signature?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48656" y="174650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@Override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09397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854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0976" y="21671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static method be overridden?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976" y="2423160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— static methods are hidden, not overridden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09397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1854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48656" y="21671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exception is thrown on an unsafe downcast?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48656" y="2423160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ClassCastException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770632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8620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976" y="28437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introduced instanceof pattern matching?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0976" y="3099816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Java 16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770632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8620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48656" y="28437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access via parent ref — resolved by reference or object?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48656" y="3099816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Reference type (compile-time binding)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91840"/>
            <a:ext cx="3474720" cy="347472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Polymorphism, Overloading &amp; Dynamic Dispatch?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THE SERIES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Encapsulation &amp; Packages: Access Modifiers, Getters/Setters, Inner Classes &amp; Java Modules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&amp; Applications  ·  Java OOP Series  ·  prajnixlabs.in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4098</Words>
  <Application>Microsoft Macintosh PowerPoint</Application>
  <PresentationFormat>On-screen Show (16:9)</PresentationFormat>
  <Paragraphs>781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 in Java — Condensed (Light Theme)</dc:title>
  <dc:subject>PptxGenJS Presentation</dc:subject>
  <dc:creator>Dr. Arun Singh Yadav</dc:creator>
  <cp:lastModifiedBy>Microsoft Office User</cp:lastModifiedBy>
  <cp:revision>2</cp:revision>
  <dcterms:created xsi:type="dcterms:W3CDTF">2026-06-23T09:21:18Z</dcterms:created>
  <dcterms:modified xsi:type="dcterms:W3CDTF">2026-06-29T02:56:17Z</dcterms:modified>
</cp:coreProperties>
</file>